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15"/>
  </p:notesMasterIdLst>
  <p:handoutMasterIdLst>
    <p:handoutMasterId r:id="rId16"/>
  </p:handoutMasterIdLst>
  <p:sldIdLst>
    <p:sldId id="312" r:id="rId5"/>
    <p:sldId id="282" r:id="rId6"/>
    <p:sldId id="315" r:id="rId7"/>
    <p:sldId id="314" r:id="rId8"/>
    <p:sldId id="320" r:id="rId9"/>
    <p:sldId id="307" r:id="rId10"/>
    <p:sldId id="281" r:id="rId11"/>
    <p:sldId id="317" r:id="rId12"/>
    <p:sldId id="318" r:id="rId13"/>
    <p:sldId id="321" r:id="rId14"/>
  </p:sldIdLst>
  <p:sldSz cx="12192000" cy="6858000"/>
  <p:notesSz cx="13716000" cy="24384000"/>
  <p:defaultTextStyle>
    <a:defPPr rtl="0">
      <a:defRPr lang="de-DE"/>
    </a:defPPr>
    <a:lvl1pPr marL="0" algn="l" defTabSz="4572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244FA61-938F-465D-A66A-12548E644DCD}" v="41" dt="2026-03-04T13:13:32.767"/>
  </p1510:revLst>
</p1510:revInfo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35758FB7-9AC5-4552-8A53-C91805E547FA}" styleName="Designformatvorlage 1 - Akz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1" autoAdjust="0"/>
    <p:restoredTop sz="67957" autoAdjust="0"/>
  </p:normalViewPr>
  <p:slideViewPr>
    <p:cSldViewPr snapToGrid="0" snapToObjects="1">
      <p:cViewPr varScale="1">
        <p:scale>
          <a:sx n="101" d="100"/>
          <a:sy n="101" d="100"/>
        </p:scale>
        <p:origin x="2600" y="292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>
        <p:scale>
          <a:sx n="30" d="100"/>
          <a:sy n="30" d="100"/>
        </p:scale>
        <p:origin x="4452" y="3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23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on May" userId="798f2a067bc51908" providerId="LiveId" clId="{C6404566-F522-480B-8502-3524A69360B6}"/>
    <pc:docChg chg="undo custSel addSld delSld modSld sldOrd">
      <pc:chgData name="Leon May" userId="798f2a067bc51908" providerId="LiveId" clId="{C6404566-F522-480B-8502-3524A69360B6}" dt="2026-03-04T13:13:33.881" v="518" actId="20577"/>
      <pc:docMkLst>
        <pc:docMk/>
      </pc:docMkLst>
      <pc:sldChg chg="addSp delSp modSp mod modNotesTx">
        <pc:chgData name="Leon May" userId="798f2a067bc51908" providerId="LiveId" clId="{C6404566-F522-480B-8502-3524A69360B6}" dt="2026-03-04T13:10:11.857" v="411" actId="20577"/>
        <pc:sldMkLst>
          <pc:docMk/>
          <pc:sldMk cId="2952923800" sldId="281"/>
        </pc:sldMkLst>
        <pc:spChg chg="del">
          <ac:chgData name="Leon May" userId="798f2a067bc51908" providerId="LiveId" clId="{C6404566-F522-480B-8502-3524A69360B6}" dt="2026-03-04T12:58:11.825" v="188" actId="478"/>
          <ac:spMkLst>
            <pc:docMk/>
            <pc:sldMk cId="2952923800" sldId="281"/>
            <ac:spMk id="2" creationId="{D53B219B-7E3A-7E84-6386-37313F0CFB09}"/>
          </ac:spMkLst>
        </pc:spChg>
        <pc:spChg chg="del">
          <ac:chgData name="Leon May" userId="798f2a067bc51908" providerId="LiveId" clId="{C6404566-F522-480B-8502-3524A69360B6}" dt="2026-03-04T12:58:13.701" v="189" actId="478"/>
          <ac:spMkLst>
            <pc:docMk/>
            <pc:sldMk cId="2952923800" sldId="281"/>
            <ac:spMk id="3" creationId="{A2E339BF-E6D7-DD0E-AF02-6813852EE723}"/>
          </ac:spMkLst>
        </pc:spChg>
        <pc:spChg chg="add mod">
          <ac:chgData name="Leon May" userId="798f2a067bc51908" providerId="LiveId" clId="{C6404566-F522-480B-8502-3524A69360B6}" dt="2026-03-04T13:00:41.399" v="211" actId="20577"/>
          <ac:spMkLst>
            <pc:docMk/>
            <pc:sldMk cId="2952923800" sldId="281"/>
            <ac:spMk id="4" creationId="{D04F6F24-9A5A-DF95-79E5-CDCC85AEB405}"/>
          </ac:spMkLst>
        </pc:spChg>
        <pc:spChg chg="add del mod">
          <ac:chgData name="Leon May" userId="798f2a067bc51908" providerId="LiveId" clId="{C6404566-F522-480B-8502-3524A69360B6}" dt="2026-03-04T12:58:15.877" v="191" actId="478"/>
          <ac:spMkLst>
            <pc:docMk/>
            <pc:sldMk cId="2952923800" sldId="281"/>
            <ac:spMk id="7" creationId="{999E2AB7-DE7D-6E4C-39FA-898CDDA21180}"/>
          </ac:spMkLst>
        </pc:spChg>
        <pc:spChg chg="add del mod">
          <ac:chgData name="Leon May" userId="798f2a067bc51908" providerId="LiveId" clId="{C6404566-F522-480B-8502-3524A69360B6}" dt="2026-03-04T12:58:14.679" v="190" actId="478"/>
          <ac:spMkLst>
            <pc:docMk/>
            <pc:sldMk cId="2952923800" sldId="281"/>
            <ac:spMk id="9" creationId="{C6892DA6-BBA3-E86B-6F10-EB48B770FE10}"/>
          </ac:spMkLst>
        </pc:spChg>
        <pc:spChg chg="add mod">
          <ac:chgData name="Leon May" userId="798f2a067bc51908" providerId="LiveId" clId="{C6404566-F522-480B-8502-3524A69360B6}" dt="2026-03-04T13:09:04.650" v="367" actId="1076"/>
          <ac:spMkLst>
            <pc:docMk/>
            <pc:sldMk cId="2952923800" sldId="281"/>
            <ac:spMk id="12" creationId="{A3B5D093-D313-4DE1-7735-A4E816914D48}"/>
          </ac:spMkLst>
        </pc:spChg>
        <pc:graphicFrameChg chg="add del mod modGraphic">
          <ac:chgData name="Leon May" userId="798f2a067bc51908" providerId="LiveId" clId="{C6404566-F522-480B-8502-3524A69360B6}" dt="2026-03-04T12:59:06.347" v="200" actId="478"/>
          <ac:graphicFrameMkLst>
            <pc:docMk/>
            <pc:sldMk cId="2952923800" sldId="281"/>
            <ac:graphicFrameMk id="10" creationId="{832AD8B5-372A-B9EE-DFA0-308F5331D746}"/>
          </ac:graphicFrameMkLst>
        </pc:graphicFrameChg>
        <pc:graphicFrameChg chg="add mod modGraphic">
          <ac:chgData name="Leon May" userId="798f2a067bc51908" providerId="LiveId" clId="{C6404566-F522-480B-8502-3524A69360B6}" dt="2026-03-04T13:00:09.876" v="207" actId="404"/>
          <ac:graphicFrameMkLst>
            <pc:docMk/>
            <pc:sldMk cId="2952923800" sldId="281"/>
            <ac:graphicFrameMk id="11" creationId="{00932B63-FB34-A9B8-2A16-FDEF68497657}"/>
          </ac:graphicFrameMkLst>
        </pc:graphicFrameChg>
        <pc:picChg chg="mod">
          <ac:chgData name="Leon May" userId="798f2a067bc51908" providerId="LiveId" clId="{C6404566-F522-480B-8502-3524A69360B6}" dt="2026-03-04T13:08:39.072" v="339" actId="1076"/>
          <ac:picMkLst>
            <pc:docMk/>
            <pc:sldMk cId="2952923800" sldId="281"/>
            <ac:picMk id="6" creationId="{FECDA901-DD88-89EB-E10E-A2994D0A92DB}"/>
          </ac:picMkLst>
        </pc:picChg>
      </pc:sldChg>
      <pc:sldChg chg="del ord">
        <pc:chgData name="Leon May" userId="798f2a067bc51908" providerId="LiveId" clId="{C6404566-F522-480B-8502-3524A69360B6}" dt="2026-03-04T12:47:27.377" v="6" actId="47"/>
        <pc:sldMkLst>
          <pc:docMk/>
          <pc:sldMk cId="1973173046" sldId="297"/>
        </pc:sldMkLst>
      </pc:sldChg>
      <pc:sldChg chg="addSp delSp modSp mod">
        <pc:chgData name="Leon May" userId="798f2a067bc51908" providerId="LiveId" clId="{C6404566-F522-480B-8502-3524A69360B6}" dt="2026-03-04T13:08:29.301" v="336" actId="1076"/>
        <pc:sldMkLst>
          <pc:docMk/>
          <pc:sldMk cId="2906491918" sldId="307"/>
        </pc:sldMkLst>
        <pc:spChg chg="del">
          <ac:chgData name="Leon May" userId="798f2a067bc51908" providerId="LiveId" clId="{C6404566-F522-480B-8502-3524A69360B6}" dt="2026-03-04T12:53:20.432" v="46" actId="478"/>
          <ac:spMkLst>
            <pc:docMk/>
            <pc:sldMk cId="2906491918" sldId="307"/>
            <ac:spMk id="2" creationId="{D54EDA75-0988-2AC2-87F8-8DEC83A7B9CA}"/>
          </ac:spMkLst>
        </pc:spChg>
        <pc:spChg chg="add mod">
          <ac:chgData name="Leon May" userId="798f2a067bc51908" providerId="LiveId" clId="{C6404566-F522-480B-8502-3524A69360B6}" dt="2026-03-04T13:06:51.967" v="263" actId="1076"/>
          <ac:spMkLst>
            <pc:docMk/>
            <pc:sldMk cId="2906491918" sldId="307"/>
            <ac:spMk id="3" creationId="{F9A558EC-09C1-761E-9B58-D78948B8BE4F}"/>
          </ac:spMkLst>
        </pc:spChg>
        <pc:spChg chg="add del mod">
          <ac:chgData name="Leon May" userId="798f2a067bc51908" providerId="LiveId" clId="{C6404566-F522-480B-8502-3524A69360B6}" dt="2026-03-04T12:53:23.044" v="47" actId="478"/>
          <ac:spMkLst>
            <pc:docMk/>
            <pc:sldMk cId="2906491918" sldId="307"/>
            <ac:spMk id="5" creationId="{1F53365E-7E7A-9E1F-D1D6-5847A8ECF0FF}"/>
          </ac:spMkLst>
        </pc:spChg>
        <pc:spChg chg="add mod">
          <ac:chgData name="Leon May" userId="798f2a067bc51908" providerId="LiveId" clId="{C6404566-F522-480B-8502-3524A69360B6}" dt="2026-03-04T13:08:29.301" v="336" actId="1076"/>
          <ac:spMkLst>
            <pc:docMk/>
            <pc:sldMk cId="2906491918" sldId="307"/>
            <ac:spMk id="8" creationId="{5669BD44-984E-2C23-029A-1F7285DF687D}"/>
          </ac:spMkLst>
        </pc:spChg>
        <pc:graphicFrameChg chg="add mod modGraphic">
          <ac:chgData name="Leon May" userId="798f2a067bc51908" providerId="LiveId" clId="{C6404566-F522-480B-8502-3524A69360B6}" dt="2026-03-04T13:06:54.701" v="264" actId="1076"/>
          <ac:graphicFrameMkLst>
            <pc:docMk/>
            <pc:sldMk cId="2906491918" sldId="307"/>
            <ac:graphicFrameMk id="6" creationId="{237073CD-2739-C20F-B6E0-C767003DA608}"/>
          </ac:graphicFrameMkLst>
        </pc:graphicFrameChg>
        <pc:picChg chg="mod">
          <ac:chgData name="Leon May" userId="798f2a067bc51908" providerId="LiveId" clId="{C6404566-F522-480B-8502-3524A69360B6}" dt="2026-03-04T13:07:13.955" v="271" actId="1076"/>
          <ac:picMkLst>
            <pc:docMk/>
            <pc:sldMk cId="2906491918" sldId="307"/>
            <ac:picMk id="7" creationId="{DD186EAB-37C7-E7E6-AE8D-F077D02804F9}"/>
          </ac:picMkLst>
        </pc:picChg>
      </pc:sldChg>
      <pc:sldChg chg="modSp mod">
        <pc:chgData name="Leon May" userId="798f2a067bc51908" providerId="LiveId" clId="{C6404566-F522-480B-8502-3524A69360B6}" dt="2026-03-04T13:13:08.012" v="515" actId="20577"/>
        <pc:sldMkLst>
          <pc:docMk/>
          <pc:sldMk cId="2202437675" sldId="312"/>
        </pc:sldMkLst>
        <pc:spChg chg="mod">
          <ac:chgData name="Leon May" userId="798f2a067bc51908" providerId="LiveId" clId="{C6404566-F522-480B-8502-3524A69360B6}" dt="2026-03-04T13:13:08.012" v="515" actId="20577"/>
          <ac:spMkLst>
            <pc:docMk/>
            <pc:sldMk cId="2202437675" sldId="312"/>
            <ac:spMk id="2" creationId="{4207FF65-A536-F639-8591-ED024C223308}"/>
          </ac:spMkLst>
        </pc:spChg>
      </pc:sldChg>
      <pc:sldChg chg="modSp mod">
        <pc:chgData name="Leon May" userId="798f2a067bc51908" providerId="LiveId" clId="{C6404566-F522-480B-8502-3524A69360B6}" dt="2026-03-04T12:47:53.765" v="21" actId="20577"/>
        <pc:sldMkLst>
          <pc:docMk/>
          <pc:sldMk cId="1131718056" sldId="314"/>
        </pc:sldMkLst>
        <pc:spChg chg="mod">
          <ac:chgData name="Leon May" userId="798f2a067bc51908" providerId="LiveId" clId="{C6404566-F522-480B-8502-3524A69360B6}" dt="2026-03-04T12:47:53.765" v="21" actId="20577"/>
          <ac:spMkLst>
            <pc:docMk/>
            <pc:sldMk cId="1131718056" sldId="314"/>
            <ac:spMk id="7" creationId="{4A5E1D8A-2DEB-0185-0CED-6B4ADAC13C1B}"/>
          </ac:spMkLst>
        </pc:spChg>
      </pc:sldChg>
      <pc:sldChg chg="addSp delSp modSp mod modNotesTx">
        <pc:chgData name="Leon May" userId="798f2a067bc51908" providerId="LiveId" clId="{C6404566-F522-480B-8502-3524A69360B6}" dt="2026-03-04T13:10:50.957" v="435" actId="1076"/>
        <pc:sldMkLst>
          <pc:docMk/>
          <pc:sldMk cId="1941619646" sldId="317"/>
        </pc:sldMkLst>
        <pc:spChg chg="del">
          <ac:chgData name="Leon May" userId="798f2a067bc51908" providerId="LiveId" clId="{C6404566-F522-480B-8502-3524A69360B6}" dt="2026-03-04T13:01:12.830" v="214" actId="478"/>
          <ac:spMkLst>
            <pc:docMk/>
            <pc:sldMk cId="1941619646" sldId="317"/>
            <ac:spMk id="3" creationId="{3D55F2D4-C20E-BEBC-1CCF-4449B0456A7E}"/>
          </ac:spMkLst>
        </pc:spChg>
        <pc:spChg chg="add del mod">
          <ac:chgData name="Leon May" userId="798f2a067bc51908" providerId="LiveId" clId="{C6404566-F522-480B-8502-3524A69360B6}" dt="2026-03-04T13:01:04.660" v="213" actId="478"/>
          <ac:spMkLst>
            <pc:docMk/>
            <pc:sldMk cId="1941619646" sldId="317"/>
            <ac:spMk id="5" creationId="{89E8A294-FA30-40DA-1F32-34D1E9262D19}"/>
          </ac:spMkLst>
        </pc:spChg>
        <pc:spChg chg="add del mod">
          <ac:chgData name="Leon May" userId="798f2a067bc51908" providerId="LiveId" clId="{C6404566-F522-480B-8502-3524A69360B6}" dt="2026-03-04T13:01:04.660" v="213" actId="478"/>
          <ac:spMkLst>
            <pc:docMk/>
            <pc:sldMk cId="1941619646" sldId="317"/>
            <ac:spMk id="7" creationId="{A6969364-4DD8-F750-0F6B-E3E0946248AD}"/>
          </ac:spMkLst>
        </pc:spChg>
        <pc:spChg chg="add del mod">
          <ac:chgData name="Leon May" userId="798f2a067bc51908" providerId="LiveId" clId="{C6404566-F522-480B-8502-3524A69360B6}" dt="2026-03-04T13:01:16.378" v="215" actId="478"/>
          <ac:spMkLst>
            <pc:docMk/>
            <pc:sldMk cId="1941619646" sldId="317"/>
            <ac:spMk id="9" creationId="{80E0F29D-A650-38DA-E221-E6DF13512694}"/>
          </ac:spMkLst>
        </pc:spChg>
        <pc:spChg chg="add mod">
          <ac:chgData name="Leon May" userId="798f2a067bc51908" providerId="LiveId" clId="{C6404566-F522-480B-8502-3524A69360B6}" dt="2026-03-04T13:01:44.296" v="220" actId="20577"/>
          <ac:spMkLst>
            <pc:docMk/>
            <pc:sldMk cId="1941619646" sldId="317"/>
            <ac:spMk id="11" creationId="{AF2BB560-534B-2D55-C8F1-DDB36D5557E6}"/>
          </ac:spMkLst>
        </pc:spChg>
        <pc:spChg chg="del">
          <ac:chgData name="Leon May" userId="798f2a067bc51908" providerId="LiveId" clId="{C6404566-F522-480B-8502-3524A69360B6}" dt="2026-03-04T13:01:00.072" v="212" actId="478"/>
          <ac:spMkLst>
            <pc:docMk/>
            <pc:sldMk cId="1941619646" sldId="317"/>
            <ac:spMk id="13" creationId="{58AC0C8B-8A7A-9FAE-2D0F-4D1C3A8C3FA5}"/>
          </ac:spMkLst>
        </pc:spChg>
        <pc:spChg chg="del">
          <ac:chgData name="Leon May" userId="798f2a067bc51908" providerId="LiveId" clId="{C6404566-F522-480B-8502-3524A69360B6}" dt="2026-03-04T13:01:00.072" v="212" actId="478"/>
          <ac:spMkLst>
            <pc:docMk/>
            <pc:sldMk cId="1941619646" sldId="317"/>
            <ac:spMk id="14" creationId="{749C7CD1-A9AA-49E3-6734-AD9546F2DF5B}"/>
          </ac:spMkLst>
        </pc:spChg>
        <pc:spChg chg="add mod">
          <ac:chgData name="Leon May" userId="798f2a067bc51908" providerId="LiveId" clId="{C6404566-F522-480B-8502-3524A69360B6}" dt="2026-03-04T13:10:50.957" v="435" actId="1076"/>
          <ac:spMkLst>
            <pc:docMk/>
            <pc:sldMk cId="1941619646" sldId="317"/>
            <ac:spMk id="15" creationId="{E3011A98-B5BF-4BF9-3255-956C7719B1C9}"/>
          </ac:spMkLst>
        </pc:spChg>
        <pc:graphicFrameChg chg="add mod modGraphic">
          <ac:chgData name="Leon May" userId="798f2a067bc51908" providerId="LiveId" clId="{C6404566-F522-480B-8502-3524A69360B6}" dt="2026-03-04T13:10:23.422" v="412" actId="1076"/>
          <ac:graphicFrameMkLst>
            <pc:docMk/>
            <pc:sldMk cId="1941619646" sldId="317"/>
            <ac:graphicFrameMk id="12" creationId="{08587157-3FE2-CF8C-340B-D42989831250}"/>
          </ac:graphicFrameMkLst>
        </pc:graphicFrameChg>
      </pc:sldChg>
      <pc:sldChg chg="addSp delSp modSp mod modNotesTx">
        <pc:chgData name="Leon May" userId="798f2a067bc51908" providerId="LiveId" clId="{C6404566-F522-480B-8502-3524A69360B6}" dt="2026-03-04T13:11:14.143" v="438" actId="1076"/>
        <pc:sldMkLst>
          <pc:docMk/>
          <pc:sldMk cId="4072101725" sldId="318"/>
        </pc:sldMkLst>
        <pc:spChg chg="del">
          <ac:chgData name="Leon May" userId="798f2a067bc51908" providerId="LiveId" clId="{C6404566-F522-480B-8502-3524A69360B6}" dt="2026-03-04T13:02:45.617" v="226" actId="478"/>
          <ac:spMkLst>
            <pc:docMk/>
            <pc:sldMk cId="4072101725" sldId="318"/>
            <ac:spMk id="3" creationId="{9443EC8A-1733-CCF7-081F-EB4667CB3285}"/>
          </ac:spMkLst>
        </pc:spChg>
        <pc:spChg chg="del">
          <ac:chgData name="Leon May" userId="798f2a067bc51908" providerId="LiveId" clId="{C6404566-F522-480B-8502-3524A69360B6}" dt="2026-03-04T13:02:45.617" v="226" actId="478"/>
          <ac:spMkLst>
            <pc:docMk/>
            <pc:sldMk cId="4072101725" sldId="318"/>
            <ac:spMk id="4" creationId="{ACE55D3D-AA24-CF53-6679-29B3C83F7646}"/>
          </ac:spMkLst>
        </pc:spChg>
        <pc:spChg chg="add del mod">
          <ac:chgData name="Leon May" userId="798f2a067bc51908" providerId="LiveId" clId="{C6404566-F522-480B-8502-3524A69360B6}" dt="2026-03-04T13:02:49.039" v="227" actId="478"/>
          <ac:spMkLst>
            <pc:docMk/>
            <pc:sldMk cId="4072101725" sldId="318"/>
            <ac:spMk id="6" creationId="{79BEA653-5316-874B-9255-7816448A9218}"/>
          </ac:spMkLst>
        </pc:spChg>
        <pc:spChg chg="add del mod">
          <ac:chgData name="Leon May" userId="798f2a067bc51908" providerId="LiveId" clId="{C6404566-F522-480B-8502-3524A69360B6}" dt="2026-03-04T13:02:49.039" v="227" actId="478"/>
          <ac:spMkLst>
            <pc:docMk/>
            <pc:sldMk cId="4072101725" sldId="318"/>
            <ac:spMk id="9" creationId="{5AF5CE80-879D-4CF0-1B21-54252885A989}"/>
          </ac:spMkLst>
        </pc:spChg>
        <pc:spChg chg="add mod">
          <ac:chgData name="Leon May" userId="798f2a067bc51908" providerId="LiveId" clId="{C6404566-F522-480B-8502-3524A69360B6}" dt="2026-03-04T13:04:33.496" v="243" actId="14100"/>
          <ac:spMkLst>
            <pc:docMk/>
            <pc:sldMk cId="4072101725" sldId="318"/>
            <ac:spMk id="10" creationId="{8C8BC759-597F-F982-7695-9428F1C0DDEB}"/>
          </ac:spMkLst>
        </pc:spChg>
        <pc:spChg chg="add mod">
          <ac:chgData name="Leon May" userId="798f2a067bc51908" providerId="LiveId" clId="{C6404566-F522-480B-8502-3524A69360B6}" dt="2026-03-04T13:11:14.143" v="438" actId="1076"/>
          <ac:spMkLst>
            <pc:docMk/>
            <pc:sldMk cId="4072101725" sldId="318"/>
            <ac:spMk id="12" creationId="{D2157D18-ADB5-F5EC-EB28-4954A900F7F4}"/>
          </ac:spMkLst>
        </pc:spChg>
        <pc:graphicFrameChg chg="add mod modGraphic">
          <ac:chgData name="Leon May" userId="798f2a067bc51908" providerId="LiveId" clId="{C6404566-F522-480B-8502-3524A69360B6}" dt="2026-03-04T13:11:01.748" v="436" actId="1076"/>
          <ac:graphicFrameMkLst>
            <pc:docMk/>
            <pc:sldMk cId="4072101725" sldId="318"/>
            <ac:graphicFrameMk id="11" creationId="{B72F9BD1-D26A-6C8B-2DE3-291DE8F8B917}"/>
          </ac:graphicFrameMkLst>
        </pc:graphicFrameChg>
      </pc:sldChg>
      <pc:sldChg chg="del">
        <pc:chgData name="Leon May" userId="798f2a067bc51908" providerId="LiveId" clId="{C6404566-F522-480B-8502-3524A69360B6}" dt="2026-03-04T13:13:21.805" v="516" actId="47"/>
        <pc:sldMkLst>
          <pc:docMk/>
          <pc:sldMk cId="3969996159" sldId="319"/>
        </pc:sldMkLst>
      </pc:sldChg>
      <pc:sldChg chg="addSp delSp modSp add mod modNotesTx">
        <pc:chgData name="Leon May" userId="798f2a067bc51908" providerId="LiveId" clId="{C6404566-F522-480B-8502-3524A69360B6}" dt="2026-03-04T12:50:57.198" v="43" actId="20577"/>
        <pc:sldMkLst>
          <pc:docMk/>
          <pc:sldMk cId="2326220526" sldId="320"/>
        </pc:sldMkLst>
        <pc:spChg chg="mod">
          <ac:chgData name="Leon May" userId="798f2a067bc51908" providerId="LiveId" clId="{C6404566-F522-480B-8502-3524A69360B6}" dt="2026-03-04T12:50:57.198" v="43" actId="20577"/>
          <ac:spMkLst>
            <pc:docMk/>
            <pc:sldMk cId="2326220526" sldId="320"/>
            <ac:spMk id="7" creationId="{E1A45095-109A-1F70-1044-EE6406780997}"/>
          </ac:spMkLst>
        </pc:spChg>
        <pc:picChg chg="del">
          <ac:chgData name="Leon May" userId="798f2a067bc51908" providerId="LiveId" clId="{C6404566-F522-480B-8502-3524A69360B6}" dt="2026-03-04T12:48:13.904" v="22" actId="478"/>
          <ac:picMkLst>
            <pc:docMk/>
            <pc:sldMk cId="2326220526" sldId="320"/>
            <ac:picMk id="1026" creationId="{05013C94-1A18-A299-519C-D52FAF96893F}"/>
          </ac:picMkLst>
        </pc:picChg>
        <pc:picChg chg="add mod">
          <ac:chgData name="Leon May" userId="798f2a067bc51908" providerId="LiveId" clId="{C6404566-F522-480B-8502-3524A69360B6}" dt="2026-03-04T12:48:42.288" v="30" actId="1076"/>
          <ac:picMkLst>
            <pc:docMk/>
            <pc:sldMk cId="2326220526" sldId="320"/>
            <ac:picMk id="2050" creationId="{876CDAD7-182D-9BFB-0B3C-7711ACC88A47}"/>
          </ac:picMkLst>
        </pc:picChg>
      </pc:sldChg>
      <pc:sldChg chg="add modNotesTx">
        <pc:chgData name="Leon May" userId="798f2a067bc51908" providerId="LiveId" clId="{C6404566-F522-480B-8502-3524A69360B6}" dt="2026-03-04T13:13:33.881" v="518" actId="20577"/>
        <pc:sldMkLst>
          <pc:docMk/>
          <pc:sldMk cId="1707198627" sldId="321"/>
        </pc:sldMkLst>
      </pc:sldChg>
      <pc:sldChg chg="del">
        <pc:chgData name="Leon May" userId="798f2a067bc51908" providerId="LiveId" clId="{C6404566-F522-480B-8502-3524A69360B6}" dt="2026-03-04T12:47:27.377" v="6" actId="47"/>
        <pc:sldMkLst>
          <pc:docMk/>
          <pc:sldMk cId="2498021601" sldId="321"/>
        </pc:sldMkLst>
      </pc:sldChg>
      <pc:sldChg chg="del">
        <pc:chgData name="Leon May" userId="798f2a067bc51908" providerId="LiveId" clId="{C6404566-F522-480B-8502-3524A69360B6}" dt="2026-03-04T12:47:27.377" v="6" actId="47"/>
        <pc:sldMkLst>
          <pc:docMk/>
          <pc:sldMk cId="1686213229" sldId="322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F607961-9F28-4D6A-A28D-52AC7A2A1375}" type="doc">
      <dgm:prSet loTypeId="urn:microsoft.com/office/officeart/2005/8/layout/hList1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de-DE"/>
        </a:p>
      </dgm:t>
    </dgm:pt>
    <dgm:pt modelId="{B229F61A-69AA-456C-AD6C-272403994897}">
      <dgm:prSet phldrT="[Text]" phldr="0" custT="1"/>
      <dgm:spPr/>
      <dgm:t>
        <a:bodyPr/>
        <a:lstStyle/>
        <a:p>
          <a:r>
            <a:rPr lang="de-DE" sz="1200" dirty="0" err="1"/>
            <a:t>Kohortenbildung</a:t>
          </a:r>
          <a:endParaRPr lang="de-DE" sz="1200" dirty="0"/>
        </a:p>
      </dgm:t>
    </dgm:pt>
    <dgm:pt modelId="{51F5AC96-CABD-4059-8569-526362499BA7}" type="parTrans" cxnId="{6D8EB68F-2BC5-4231-BB12-89EA1B7AB09F}">
      <dgm:prSet/>
      <dgm:spPr/>
      <dgm:t>
        <a:bodyPr/>
        <a:lstStyle/>
        <a:p>
          <a:endParaRPr lang="de-DE"/>
        </a:p>
      </dgm:t>
    </dgm:pt>
    <dgm:pt modelId="{2CCB2240-A20A-4555-B46D-FE64B10AAF9B}" type="sibTrans" cxnId="{6D8EB68F-2BC5-4231-BB12-89EA1B7AB09F}">
      <dgm:prSet/>
      <dgm:spPr/>
      <dgm:t>
        <a:bodyPr/>
        <a:lstStyle/>
        <a:p>
          <a:endParaRPr lang="de-DE"/>
        </a:p>
      </dgm:t>
    </dgm:pt>
    <dgm:pt modelId="{194A6351-21A0-41CE-BE9E-6C9655D7571F}">
      <dgm:prSet phldrT="[Text]" phldr="0"/>
      <dgm:spPr/>
      <dgm:t>
        <a:bodyPr/>
        <a:lstStyle/>
        <a:p>
          <a:pPr marL="57150" lvl="1" indent="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</a:pPr>
          <a:r>
            <a:rPr lang="de-DE" sz="1100" kern="1200" dirty="0"/>
            <a:t> Zeitraum fixiert</a:t>
          </a:r>
        </a:p>
      </dgm:t>
    </dgm:pt>
    <dgm:pt modelId="{F7EBAA10-1EB8-46E3-BA98-01A370CC6B53}" type="parTrans" cxnId="{D2932C1D-352D-4671-A323-9DEC787C9640}">
      <dgm:prSet/>
      <dgm:spPr/>
      <dgm:t>
        <a:bodyPr/>
        <a:lstStyle/>
        <a:p>
          <a:endParaRPr lang="de-DE"/>
        </a:p>
      </dgm:t>
    </dgm:pt>
    <dgm:pt modelId="{69345455-EE82-4274-9942-879537B0B9A4}" type="sibTrans" cxnId="{D2932C1D-352D-4671-A323-9DEC787C9640}">
      <dgm:prSet/>
      <dgm:spPr/>
      <dgm:t>
        <a:bodyPr/>
        <a:lstStyle/>
        <a:p>
          <a:endParaRPr lang="de-DE"/>
        </a:p>
      </dgm:t>
    </dgm:pt>
    <dgm:pt modelId="{76EB90C7-AF95-43AB-97F3-AE509137AC1F}">
      <dgm:prSet phldrT="[Text]" custT="1"/>
      <dgm:spPr/>
      <dgm:t>
        <a:bodyPr/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10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Sabon Next LT"/>
              <a:ea typeface="+mn-ea"/>
              <a:cs typeface="+mn-cs"/>
            </a:rPr>
            <a:t> Nutzer gefiltert</a:t>
          </a:r>
        </a:p>
      </dgm:t>
    </dgm:pt>
    <dgm:pt modelId="{B40EFDE5-8AD0-4510-B2AF-828DC268F380}" type="parTrans" cxnId="{0623585D-0733-48CC-893E-839EF7047444}">
      <dgm:prSet/>
      <dgm:spPr/>
      <dgm:t>
        <a:bodyPr/>
        <a:lstStyle/>
        <a:p>
          <a:endParaRPr lang="de-DE"/>
        </a:p>
      </dgm:t>
    </dgm:pt>
    <dgm:pt modelId="{85141B71-03DE-4A70-A6BE-F7C419AE7F38}" type="sibTrans" cxnId="{0623585D-0733-48CC-893E-839EF7047444}">
      <dgm:prSet/>
      <dgm:spPr/>
      <dgm:t>
        <a:bodyPr/>
        <a:lstStyle/>
        <a:p>
          <a:endParaRPr lang="de-DE"/>
        </a:p>
      </dgm:t>
    </dgm:pt>
    <dgm:pt modelId="{587D9807-4730-4DCC-BE00-9CDD67E4AB21}">
      <dgm:prSet phldrT="[Text]"/>
      <dgm:spPr/>
      <dgm:t>
        <a:bodyPr/>
        <a:lstStyle/>
        <a:p>
          <a:pPr>
            <a:buNone/>
          </a:pPr>
          <a:r>
            <a:rPr lang="de-DE" b="1" dirty="0"/>
            <a:t>Datenextraktion</a:t>
          </a:r>
          <a:endParaRPr lang="de-DE" dirty="0"/>
        </a:p>
      </dgm:t>
    </dgm:pt>
    <dgm:pt modelId="{5D3D5AF0-19F3-43F3-8DB2-3F678DAE9214}" type="parTrans" cxnId="{58BA38CD-204C-4C00-BD98-91F4A58CD0C9}">
      <dgm:prSet/>
      <dgm:spPr/>
      <dgm:t>
        <a:bodyPr/>
        <a:lstStyle/>
        <a:p>
          <a:endParaRPr lang="de-DE"/>
        </a:p>
      </dgm:t>
    </dgm:pt>
    <dgm:pt modelId="{46DBEE51-8E0C-4C33-AB9A-1CEB7BAD6B8A}" type="sibTrans" cxnId="{58BA38CD-204C-4C00-BD98-91F4A58CD0C9}">
      <dgm:prSet/>
      <dgm:spPr/>
      <dgm:t>
        <a:bodyPr/>
        <a:lstStyle/>
        <a:p>
          <a:endParaRPr lang="de-DE"/>
        </a:p>
      </dgm:t>
    </dgm:pt>
    <dgm:pt modelId="{535746FD-A319-431E-A922-9E43D46E108E}">
      <dgm:prSet phldrT="[Text]" custT="1"/>
      <dgm:spPr/>
      <dgm:t>
        <a:bodyPr/>
        <a:lstStyle/>
        <a:p>
          <a:pPr marL="57150" lvl="1" indent="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10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Sabon Next LT"/>
              <a:ea typeface="+mn-ea"/>
              <a:cs typeface="+mn-cs"/>
            </a:rPr>
            <a:t> Tabellen verknüpft</a:t>
          </a:r>
        </a:p>
      </dgm:t>
    </dgm:pt>
    <dgm:pt modelId="{076C5F23-6A5A-4FAF-9C41-0E46BE0D810F}" type="parTrans" cxnId="{FD6B8B88-B459-4898-B9C4-C53606360D27}">
      <dgm:prSet/>
      <dgm:spPr/>
      <dgm:t>
        <a:bodyPr/>
        <a:lstStyle/>
        <a:p>
          <a:endParaRPr lang="de-DE"/>
        </a:p>
      </dgm:t>
    </dgm:pt>
    <dgm:pt modelId="{47C6EE5F-8238-4A93-82EC-F79153AB6C06}" type="sibTrans" cxnId="{FD6B8B88-B459-4898-B9C4-C53606360D27}">
      <dgm:prSet/>
      <dgm:spPr/>
      <dgm:t>
        <a:bodyPr/>
        <a:lstStyle/>
        <a:p>
          <a:endParaRPr lang="de-DE"/>
        </a:p>
      </dgm:t>
    </dgm:pt>
    <dgm:pt modelId="{331A213A-435B-4088-96F7-315065B403DE}">
      <dgm:prSet phldrT="[Text]" custT="1"/>
      <dgm:spPr/>
      <dgm:t>
        <a:bodyPr/>
        <a:lstStyle/>
        <a:p>
          <a:pPr marL="57150" lvl="1" indent="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10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Sabon Next LT"/>
              <a:ea typeface="+mn-ea"/>
              <a:cs typeface="+mn-cs"/>
            </a:rPr>
            <a:t> Session-Level gebaut</a:t>
          </a:r>
        </a:p>
      </dgm:t>
    </dgm:pt>
    <dgm:pt modelId="{26845DA9-102B-4350-A511-8FA39AB136D3}" type="parTrans" cxnId="{BAB917A4-32C6-49A0-9466-8571BB873590}">
      <dgm:prSet/>
      <dgm:spPr/>
      <dgm:t>
        <a:bodyPr/>
        <a:lstStyle/>
        <a:p>
          <a:endParaRPr lang="de-DE"/>
        </a:p>
      </dgm:t>
    </dgm:pt>
    <dgm:pt modelId="{DC6FCECF-2000-470C-BC95-48AEA6E60077}" type="sibTrans" cxnId="{BAB917A4-32C6-49A0-9466-8571BB873590}">
      <dgm:prSet/>
      <dgm:spPr/>
      <dgm:t>
        <a:bodyPr/>
        <a:lstStyle/>
        <a:p>
          <a:endParaRPr lang="de-DE"/>
        </a:p>
      </dgm:t>
    </dgm:pt>
    <dgm:pt modelId="{69F59711-D265-42A0-AA79-9AF158A9AF08}">
      <dgm:prSet phldrT="[Text]"/>
      <dgm:spPr/>
      <dgm:t>
        <a:bodyPr/>
        <a:lstStyle/>
        <a:p>
          <a:pPr>
            <a:buNone/>
          </a:pPr>
          <a:r>
            <a:rPr lang="de-DE" dirty="0"/>
            <a:t>Datenaufbereitung</a:t>
          </a:r>
        </a:p>
      </dgm:t>
    </dgm:pt>
    <dgm:pt modelId="{91790FEF-F69D-4007-AFA8-9F4D6FA666DE}" type="parTrans" cxnId="{2B1A6037-54D0-4E54-80E1-F08FFCD95EFA}">
      <dgm:prSet/>
      <dgm:spPr/>
      <dgm:t>
        <a:bodyPr/>
        <a:lstStyle/>
        <a:p>
          <a:endParaRPr lang="de-DE"/>
        </a:p>
      </dgm:t>
    </dgm:pt>
    <dgm:pt modelId="{C06367E7-8A9F-406E-8BE2-20B2D8EF9B7B}" type="sibTrans" cxnId="{2B1A6037-54D0-4E54-80E1-F08FFCD95EFA}">
      <dgm:prSet/>
      <dgm:spPr/>
      <dgm:t>
        <a:bodyPr/>
        <a:lstStyle/>
        <a:p>
          <a:endParaRPr lang="de-DE"/>
        </a:p>
      </dgm:t>
    </dgm:pt>
    <dgm:pt modelId="{26E6EC8B-A192-4A2E-A5ED-D876C29141E4}">
      <dgm:prSet phldrT="[Text]" custT="1"/>
      <dgm:spPr/>
      <dgm:t>
        <a:bodyPr/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10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Sabon Next LT"/>
              <a:ea typeface="+mn-ea"/>
              <a:cs typeface="+mn-cs"/>
            </a:rPr>
            <a:t> Anomalien korrigiert</a:t>
          </a:r>
        </a:p>
      </dgm:t>
    </dgm:pt>
    <dgm:pt modelId="{89E9DB5C-7943-486C-AC1E-F636EEE5D63B}" type="parTrans" cxnId="{4EECCC0F-1E08-4379-A141-3B0FCD4DB53A}">
      <dgm:prSet/>
      <dgm:spPr/>
      <dgm:t>
        <a:bodyPr/>
        <a:lstStyle/>
        <a:p>
          <a:endParaRPr lang="de-DE"/>
        </a:p>
      </dgm:t>
    </dgm:pt>
    <dgm:pt modelId="{747A7B46-CBC1-41AF-940D-ED569C5261B0}" type="sibTrans" cxnId="{4EECCC0F-1E08-4379-A141-3B0FCD4DB53A}">
      <dgm:prSet/>
      <dgm:spPr/>
      <dgm:t>
        <a:bodyPr/>
        <a:lstStyle/>
        <a:p>
          <a:endParaRPr lang="de-DE"/>
        </a:p>
      </dgm:t>
    </dgm:pt>
    <dgm:pt modelId="{B08A76BC-7E33-478E-BABF-F68E0ED1F0E2}">
      <dgm:prSet phldrT="[Text]" custT="1"/>
      <dgm:spPr/>
      <dgm:t>
        <a:bodyPr/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10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Sabon Next LT"/>
              <a:ea typeface="+mn-ea"/>
              <a:cs typeface="+mn-cs"/>
            </a:rPr>
            <a:t> Ausreißer gekappt</a:t>
          </a:r>
        </a:p>
      </dgm:t>
    </dgm:pt>
    <dgm:pt modelId="{C9A7479B-7F02-4199-92E4-6E38043093E6}" type="parTrans" cxnId="{51E2C171-D05D-4FC1-A847-DAD352DC8EFD}">
      <dgm:prSet/>
      <dgm:spPr/>
      <dgm:t>
        <a:bodyPr/>
        <a:lstStyle/>
        <a:p>
          <a:endParaRPr lang="de-DE"/>
        </a:p>
      </dgm:t>
    </dgm:pt>
    <dgm:pt modelId="{F9CC0E34-C823-4C9E-9BAE-A038187FF5E7}" type="sibTrans" cxnId="{51E2C171-D05D-4FC1-A847-DAD352DC8EFD}">
      <dgm:prSet/>
      <dgm:spPr/>
      <dgm:t>
        <a:bodyPr/>
        <a:lstStyle/>
        <a:p>
          <a:endParaRPr lang="de-DE"/>
        </a:p>
      </dgm:t>
    </dgm:pt>
    <dgm:pt modelId="{8D159D7B-9290-4652-8B47-2334E5CA0FD4}">
      <dgm:prSet/>
      <dgm:spPr/>
      <dgm:t>
        <a:bodyPr/>
        <a:lstStyle/>
        <a:p>
          <a:pPr>
            <a:buNone/>
          </a:pPr>
          <a:r>
            <a:rPr lang="de-DE" dirty="0"/>
            <a:t>Segmentierung</a:t>
          </a:r>
        </a:p>
      </dgm:t>
    </dgm:pt>
    <dgm:pt modelId="{6B554DC7-ABF1-4B0D-9882-F7E4A28136AC}" type="parTrans" cxnId="{B0740244-7325-423C-A5FD-021DE06A0016}">
      <dgm:prSet/>
      <dgm:spPr/>
      <dgm:t>
        <a:bodyPr/>
        <a:lstStyle/>
        <a:p>
          <a:endParaRPr lang="de-DE"/>
        </a:p>
      </dgm:t>
    </dgm:pt>
    <dgm:pt modelId="{3E01C549-A4EC-4E1B-80C4-1730ABC8CC31}" type="sibTrans" cxnId="{B0740244-7325-423C-A5FD-021DE06A0016}">
      <dgm:prSet/>
      <dgm:spPr/>
      <dgm:t>
        <a:bodyPr/>
        <a:lstStyle/>
        <a:p>
          <a:endParaRPr lang="de-DE"/>
        </a:p>
      </dgm:t>
    </dgm:pt>
    <dgm:pt modelId="{42BE43DA-1546-4CE3-AE1C-A836217AF127}">
      <dgm:prSet/>
      <dgm:spPr/>
      <dgm:t>
        <a:bodyPr/>
        <a:lstStyle/>
        <a:p>
          <a:pPr>
            <a:buNone/>
          </a:pPr>
          <a:r>
            <a:rPr lang="de-DE" dirty="0" err="1"/>
            <a:t>Perk</a:t>
          </a:r>
          <a:r>
            <a:rPr lang="de-DE" dirty="0"/>
            <a:t>-Zuweisung</a:t>
          </a:r>
        </a:p>
      </dgm:t>
    </dgm:pt>
    <dgm:pt modelId="{1B588A6F-305C-4414-B4D8-09FCE6B9A0E3}" type="parTrans" cxnId="{59FDC2C8-D599-4576-85D7-969E6C09262D}">
      <dgm:prSet/>
      <dgm:spPr/>
      <dgm:t>
        <a:bodyPr/>
        <a:lstStyle/>
        <a:p>
          <a:endParaRPr lang="de-DE"/>
        </a:p>
      </dgm:t>
    </dgm:pt>
    <dgm:pt modelId="{CDC6198E-0E38-435F-B8E7-7D3E27EB7A6E}" type="sibTrans" cxnId="{59FDC2C8-D599-4576-85D7-969E6C09262D}">
      <dgm:prSet/>
      <dgm:spPr/>
      <dgm:t>
        <a:bodyPr/>
        <a:lstStyle/>
        <a:p>
          <a:endParaRPr lang="de-DE"/>
        </a:p>
      </dgm:t>
    </dgm:pt>
    <dgm:pt modelId="{B310BCDD-7F01-4EF3-ABC2-B5E8669C1FF4}">
      <dgm:prSet phldrT="[Text]" phldr="0"/>
      <dgm:spPr/>
      <dgm:t>
        <a:bodyPr/>
        <a:lstStyle/>
        <a:p>
          <a:pPr marL="57150" lvl="1" indent="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</a:pPr>
          <a:r>
            <a:rPr lang="de-DE" sz="1100" kern="1200" dirty="0"/>
            <a:t> Aktivitätsschwelle gesetzt </a:t>
          </a:r>
        </a:p>
      </dgm:t>
    </dgm:pt>
    <dgm:pt modelId="{7B77BEAE-91C4-48BE-A5BE-C13F753B0DB3}" type="parTrans" cxnId="{72321900-AE26-46C0-8BB8-A6230116CF9D}">
      <dgm:prSet/>
      <dgm:spPr/>
      <dgm:t>
        <a:bodyPr/>
        <a:lstStyle/>
        <a:p>
          <a:endParaRPr lang="de-DE"/>
        </a:p>
      </dgm:t>
    </dgm:pt>
    <dgm:pt modelId="{2B927111-2956-4D6D-A4C0-CECB2C19E4F6}" type="sibTrans" cxnId="{72321900-AE26-46C0-8BB8-A6230116CF9D}">
      <dgm:prSet/>
      <dgm:spPr/>
      <dgm:t>
        <a:bodyPr/>
        <a:lstStyle/>
        <a:p>
          <a:endParaRPr lang="de-DE"/>
        </a:p>
      </dgm:t>
    </dgm:pt>
    <dgm:pt modelId="{1FB4F938-D4AB-4C62-A569-5C5BC06AE654}">
      <dgm:prSet phldrT="[Text]" custT="1"/>
      <dgm:spPr/>
      <dgm:t>
        <a:bodyPr/>
        <a:lstStyle/>
        <a:p>
          <a:pPr marL="57150" lvl="1" indent="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10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Sabon Next LT"/>
              <a:ea typeface="+mn-ea"/>
              <a:cs typeface="+mn-cs"/>
            </a:rPr>
            <a:t> CSV exportiert</a:t>
          </a:r>
        </a:p>
      </dgm:t>
    </dgm:pt>
    <dgm:pt modelId="{BBE8335E-E3A3-428C-9D1D-9EC6E0132128}" type="parTrans" cxnId="{92E4D0CA-8646-4315-95A4-A723C6750EA6}">
      <dgm:prSet/>
      <dgm:spPr/>
      <dgm:t>
        <a:bodyPr/>
        <a:lstStyle/>
        <a:p>
          <a:endParaRPr lang="de-DE"/>
        </a:p>
      </dgm:t>
    </dgm:pt>
    <dgm:pt modelId="{D80FD8C7-1B12-45C0-ABF9-E741157E0691}" type="sibTrans" cxnId="{92E4D0CA-8646-4315-95A4-A723C6750EA6}">
      <dgm:prSet/>
      <dgm:spPr/>
      <dgm:t>
        <a:bodyPr/>
        <a:lstStyle/>
        <a:p>
          <a:endParaRPr lang="de-DE"/>
        </a:p>
      </dgm:t>
    </dgm:pt>
    <dgm:pt modelId="{1A26D163-B419-4C1D-A0ED-782E926CFDC9}">
      <dgm:prSet phldrT="[Text]" custT="1"/>
      <dgm:spPr/>
      <dgm:t>
        <a:bodyPr/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10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Sabon Next LT"/>
              <a:ea typeface="+mn-ea"/>
              <a:cs typeface="+mn-cs"/>
            </a:rPr>
            <a:t> Werte imputiert</a:t>
          </a:r>
        </a:p>
      </dgm:t>
    </dgm:pt>
    <dgm:pt modelId="{9898E2E2-A025-44BF-B35A-7DECA5126953}" type="parTrans" cxnId="{A6B9D5BB-2C9C-4054-888E-E2600DF74CCA}">
      <dgm:prSet/>
      <dgm:spPr/>
      <dgm:t>
        <a:bodyPr/>
        <a:lstStyle/>
        <a:p>
          <a:endParaRPr lang="de-DE"/>
        </a:p>
      </dgm:t>
    </dgm:pt>
    <dgm:pt modelId="{3AABDA88-997C-40A5-B875-3B923705BD52}" type="sibTrans" cxnId="{A6B9D5BB-2C9C-4054-888E-E2600DF74CCA}">
      <dgm:prSet/>
      <dgm:spPr/>
      <dgm:t>
        <a:bodyPr/>
        <a:lstStyle/>
        <a:p>
          <a:endParaRPr lang="de-DE"/>
        </a:p>
      </dgm:t>
    </dgm:pt>
    <dgm:pt modelId="{393273E6-0CC7-40C1-A753-781C43B6330B}">
      <dgm:prSet/>
      <dgm:spPr/>
      <dgm:t>
        <a:bodyPr/>
        <a:lstStyle/>
        <a:p>
          <a:r>
            <a:rPr lang="de-DE" dirty="0"/>
            <a:t> Features skaliert
 </a:t>
          </a:r>
          <a:r>
            <a:rPr lang="de-DE" dirty="0" err="1"/>
            <a:t>KMeans</a:t>
          </a:r>
          <a:r>
            <a:rPr lang="de-DE" dirty="0"/>
            <a:t> geclustert
 k validiert</a:t>
          </a:r>
        </a:p>
      </dgm:t>
    </dgm:pt>
    <dgm:pt modelId="{49DFDF96-715C-4458-9B40-FBF0C525A2E1}" type="parTrans" cxnId="{416AB2FA-FE86-4F4E-A66F-A3A3721506F7}">
      <dgm:prSet/>
      <dgm:spPr/>
      <dgm:t>
        <a:bodyPr/>
        <a:lstStyle/>
        <a:p>
          <a:endParaRPr lang="de-DE"/>
        </a:p>
      </dgm:t>
    </dgm:pt>
    <dgm:pt modelId="{BB830F7B-B035-480E-B514-7C25E79F4219}" type="sibTrans" cxnId="{416AB2FA-FE86-4F4E-A66F-A3A3721506F7}">
      <dgm:prSet/>
      <dgm:spPr/>
      <dgm:t>
        <a:bodyPr/>
        <a:lstStyle/>
        <a:p>
          <a:endParaRPr lang="de-DE"/>
        </a:p>
      </dgm:t>
    </dgm:pt>
    <dgm:pt modelId="{DFE0809B-90A5-489D-929F-C6E0CCFFDDC8}">
      <dgm:prSet custT="1"/>
      <dgm:spPr/>
      <dgm:t>
        <a:bodyPr/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10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Sabon Next LT"/>
              <a:ea typeface="+mn-ea"/>
              <a:cs typeface="+mn-cs"/>
            </a:rPr>
            <a:t> Scores berechnet</a:t>
          </a:r>
        </a:p>
      </dgm:t>
    </dgm:pt>
    <dgm:pt modelId="{E6C193DF-6E89-4793-B319-09626EDAB81C}" type="parTrans" cxnId="{701D8F2D-36FD-4566-9301-235D659B3FC3}">
      <dgm:prSet/>
      <dgm:spPr/>
      <dgm:t>
        <a:bodyPr/>
        <a:lstStyle/>
        <a:p>
          <a:endParaRPr lang="de-DE"/>
        </a:p>
      </dgm:t>
    </dgm:pt>
    <dgm:pt modelId="{672155B8-59D4-4EC0-A872-A515CD591A5A}" type="sibTrans" cxnId="{701D8F2D-36FD-4566-9301-235D659B3FC3}">
      <dgm:prSet/>
      <dgm:spPr/>
      <dgm:t>
        <a:bodyPr/>
        <a:lstStyle/>
        <a:p>
          <a:endParaRPr lang="de-DE"/>
        </a:p>
      </dgm:t>
    </dgm:pt>
    <dgm:pt modelId="{109113FB-4487-4EDF-85BA-58FB949E422C}">
      <dgm:prSet custT="1"/>
      <dgm:spPr/>
      <dgm:t>
        <a:bodyPr/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10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Sabon Next LT"/>
              <a:ea typeface="+mn-ea"/>
              <a:cs typeface="+mn-cs"/>
            </a:rPr>
            <a:t> </a:t>
          </a:r>
          <a:r>
            <a:rPr lang="de-DE" sz="110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Sabon Next LT"/>
              <a:ea typeface="+mn-ea"/>
              <a:cs typeface="+mn-cs"/>
            </a:rPr>
            <a:t>Eligibility</a:t>
          </a:r>
          <a:r>
            <a:rPr lang="de-DE" sz="110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Sabon Next LT"/>
              <a:ea typeface="+mn-ea"/>
              <a:cs typeface="+mn-cs"/>
            </a:rPr>
            <a:t> geprüft</a:t>
          </a:r>
        </a:p>
      </dgm:t>
    </dgm:pt>
    <dgm:pt modelId="{78CEFDE2-8688-4B6C-A9A6-184EDCD2E7BC}" type="parTrans" cxnId="{661976AB-CA08-4A8D-9EB8-76B88AF9C22A}">
      <dgm:prSet/>
      <dgm:spPr/>
      <dgm:t>
        <a:bodyPr/>
        <a:lstStyle/>
        <a:p>
          <a:endParaRPr lang="de-DE"/>
        </a:p>
      </dgm:t>
    </dgm:pt>
    <dgm:pt modelId="{B1FF74C9-D578-43FE-8917-7ED018DA93E8}" type="sibTrans" cxnId="{661976AB-CA08-4A8D-9EB8-76B88AF9C22A}">
      <dgm:prSet/>
      <dgm:spPr/>
      <dgm:t>
        <a:bodyPr/>
        <a:lstStyle/>
        <a:p>
          <a:endParaRPr lang="de-DE"/>
        </a:p>
      </dgm:t>
    </dgm:pt>
    <dgm:pt modelId="{26C07D25-A81D-4366-AE3A-113C7F3E6FE5}">
      <dgm:prSet custT="1"/>
      <dgm:spPr/>
      <dgm:t>
        <a:bodyPr/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10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Sabon Next LT"/>
              <a:ea typeface="+mn-ea"/>
              <a:cs typeface="+mn-cs"/>
            </a:rPr>
            <a:t> </a:t>
          </a:r>
          <a:r>
            <a:rPr lang="de-DE" sz="110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Sabon Next LT"/>
              <a:ea typeface="+mn-ea"/>
              <a:cs typeface="+mn-cs"/>
            </a:rPr>
            <a:t>Perk</a:t>
          </a:r>
          <a:r>
            <a:rPr lang="de-DE" sz="110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Sabon Next LT"/>
              <a:ea typeface="+mn-ea"/>
              <a:cs typeface="+mn-cs"/>
            </a:rPr>
            <a:t> zugewiesen</a:t>
          </a:r>
        </a:p>
      </dgm:t>
    </dgm:pt>
    <dgm:pt modelId="{331A9E57-B7B2-4FB6-95C7-59B9C11ABCD1}" type="parTrans" cxnId="{94D3FEEC-D54B-4ED3-B329-95FA4FCECDE9}">
      <dgm:prSet/>
      <dgm:spPr/>
      <dgm:t>
        <a:bodyPr/>
        <a:lstStyle/>
        <a:p>
          <a:endParaRPr lang="de-DE"/>
        </a:p>
      </dgm:t>
    </dgm:pt>
    <dgm:pt modelId="{1A9FF902-E865-41DF-98A2-94248E1CD0E6}" type="sibTrans" cxnId="{94D3FEEC-D54B-4ED3-B329-95FA4FCECDE9}">
      <dgm:prSet/>
      <dgm:spPr/>
      <dgm:t>
        <a:bodyPr/>
        <a:lstStyle/>
        <a:p>
          <a:endParaRPr lang="de-DE"/>
        </a:p>
      </dgm:t>
    </dgm:pt>
    <dgm:pt modelId="{06798117-25FF-42FA-916C-B88E54596272}" type="pres">
      <dgm:prSet presAssocID="{6F607961-9F28-4D6A-A28D-52AC7A2A1375}" presName="Name0" presStyleCnt="0">
        <dgm:presLayoutVars>
          <dgm:dir/>
          <dgm:animLvl val="lvl"/>
          <dgm:resizeHandles val="exact"/>
        </dgm:presLayoutVars>
      </dgm:prSet>
      <dgm:spPr/>
    </dgm:pt>
    <dgm:pt modelId="{2BB6F041-3ECC-44B9-AE4B-E45E5EC710A0}" type="pres">
      <dgm:prSet presAssocID="{B229F61A-69AA-456C-AD6C-272403994897}" presName="composite" presStyleCnt="0"/>
      <dgm:spPr/>
    </dgm:pt>
    <dgm:pt modelId="{3BA02CBD-11AC-4B71-8953-E12D5C9AEBDE}" type="pres">
      <dgm:prSet presAssocID="{B229F61A-69AA-456C-AD6C-272403994897}" presName="parTx" presStyleLbl="alignNode1" presStyleIdx="0" presStyleCnt="5">
        <dgm:presLayoutVars>
          <dgm:chMax val="0"/>
          <dgm:chPref val="0"/>
          <dgm:bulletEnabled val="1"/>
        </dgm:presLayoutVars>
      </dgm:prSet>
      <dgm:spPr/>
    </dgm:pt>
    <dgm:pt modelId="{01AD30BA-5ADA-49F2-B69A-C6867A75A152}" type="pres">
      <dgm:prSet presAssocID="{B229F61A-69AA-456C-AD6C-272403994897}" presName="desTx" presStyleLbl="alignAccFollowNode1" presStyleIdx="0" presStyleCnt="5">
        <dgm:presLayoutVars>
          <dgm:bulletEnabled val="1"/>
        </dgm:presLayoutVars>
      </dgm:prSet>
      <dgm:spPr/>
    </dgm:pt>
    <dgm:pt modelId="{34C49F07-91BE-428B-8C8D-4B9F3F821D01}" type="pres">
      <dgm:prSet presAssocID="{2CCB2240-A20A-4555-B46D-FE64B10AAF9B}" presName="space" presStyleCnt="0"/>
      <dgm:spPr/>
    </dgm:pt>
    <dgm:pt modelId="{AE297923-A443-4C01-811B-25BDCDD8B3FE}" type="pres">
      <dgm:prSet presAssocID="{587D9807-4730-4DCC-BE00-9CDD67E4AB21}" presName="composite" presStyleCnt="0"/>
      <dgm:spPr/>
    </dgm:pt>
    <dgm:pt modelId="{C7D4C0CB-17D7-478D-BD63-C3C433F7E807}" type="pres">
      <dgm:prSet presAssocID="{587D9807-4730-4DCC-BE00-9CDD67E4AB21}" presName="parTx" presStyleLbl="alignNode1" presStyleIdx="1" presStyleCnt="5">
        <dgm:presLayoutVars>
          <dgm:chMax val="0"/>
          <dgm:chPref val="0"/>
          <dgm:bulletEnabled val="1"/>
        </dgm:presLayoutVars>
      </dgm:prSet>
      <dgm:spPr/>
    </dgm:pt>
    <dgm:pt modelId="{754CE47E-E1C0-475D-947D-DB9242CA5251}" type="pres">
      <dgm:prSet presAssocID="{587D9807-4730-4DCC-BE00-9CDD67E4AB21}" presName="desTx" presStyleLbl="alignAccFollowNode1" presStyleIdx="1" presStyleCnt="5">
        <dgm:presLayoutVars>
          <dgm:bulletEnabled val="1"/>
        </dgm:presLayoutVars>
      </dgm:prSet>
      <dgm:spPr/>
    </dgm:pt>
    <dgm:pt modelId="{766A07C5-FBFC-47C7-83CC-699AC66886DF}" type="pres">
      <dgm:prSet presAssocID="{46DBEE51-8E0C-4C33-AB9A-1CEB7BAD6B8A}" presName="space" presStyleCnt="0"/>
      <dgm:spPr/>
    </dgm:pt>
    <dgm:pt modelId="{D84A1410-27C6-4976-9183-06B7FE997CC9}" type="pres">
      <dgm:prSet presAssocID="{69F59711-D265-42A0-AA79-9AF158A9AF08}" presName="composite" presStyleCnt="0"/>
      <dgm:spPr/>
    </dgm:pt>
    <dgm:pt modelId="{817DA15E-EF90-46A8-90CF-5AE123FBEDFA}" type="pres">
      <dgm:prSet presAssocID="{69F59711-D265-42A0-AA79-9AF158A9AF08}" presName="parTx" presStyleLbl="alignNode1" presStyleIdx="2" presStyleCnt="5">
        <dgm:presLayoutVars>
          <dgm:chMax val="0"/>
          <dgm:chPref val="0"/>
          <dgm:bulletEnabled val="1"/>
        </dgm:presLayoutVars>
      </dgm:prSet>
      <dgm:spPr/>
    </dgm:pt>
    <dgm:pt modelId="{494EE6EF-7B3D-4FFD-95C3-BFAB4BFC9694}" type="pres">
      <dgm:prSet presAssocID="{69F59711-D265-42A0-AA79-9AF158A9AF08}" presName="desTx" presStyleLbl="alignAccFollowNode1" presStyleIdx="2" presStyleCnt="5">
        <dgm:presLayoutVars>
          <dgm:bulletEnabled val="1"/>
        </dgm:presLayoutVars>
      </dgm:prSet>
      <dgm:spPr/>
    </dgm:pt>
    <dgm:pt modelId="{F8515237-085F-4C18-BDA7-A62BC3F53751}" type="pres">
      <dgm:prSet presAssocID="{C06367E7-8A9F-406E-8BE2-20B2D8EF9B7B}" presName="space" presStyleCnt="0"/>
      <dgm:spPr/>
    </dgm:pt>
    <dgm:pt modelId="{D164C56D-30C2-4E21-A82D-347B6B5BCAC5}" type="pres">
      <dgm:prSet presAssocID="{8D159D7B-9290-4652-8B47-2334E5CA0FD4}" presName="composite" presStyleCnt="0"/>
      <dgm:spPr/>
    </dgm:pt>
    <dgm:pt modelId="{5C1A3A80-6344-435D-B7CB-9B984C82325F}" type="pres">
      <dgm:prSet presAssocID="{8D159D7B-9290-4652-8B47-2334E5CA0FD4}" presName="parTx" presStyleLbl="alignNode1" presStyleIdx="3" presStyleCnt="5">
        <dgm:presLayoutVars>
          <dgm:chMax val="0"/>
          <dgm:chPref val="0"/>
          <dgm:bulletEnabled val="1"/>
        </dgm:presLayoutVars>
      </dgm:prSet>
      <dgm:spPr/>
    </dgm:pt>
    <dgm:pt modelId="{849BF359-979C-47A8-A7AF-6FB345D59FCA}" type="pres">
      <dgm:prSet presAssocID="{8D159D7B-9290-4652-8B47-2334E5CA0FD4}" presName="desTx" presStyleLbl="alignAccFollowNode1" presStyleIdx="3" presStyleCnt="5">
        <dgm:presLayoutVars>
          <dgm:bulletEnabled val="1"/>
        </dgm:presLayoutVars>
      </dgm:prSet>
      <dgm:spPr/>
    </dgm:pt>
    <dgm:pt modelId="{F0F1B051-90D1-46BC-AB0A-07C6B21135F5}" type="pres">
      <dgm:prSet presAssocID="{3E01C549-A4EC-4E1B-80C4-1730ABC8CC31}" presName="space" presStyleCnt="0"/>
      <dgm:spPr/>
    </dgm:pt>
    <dgm:pt modelId="{0C482559-8C5C-4092-AC76-0775E43E2721}" type="pres">
      <dgm:prSet presAssocID="{42BE43DA-1546-4CE3-AE1C-A836217AF127}" presName="composite" presStyleCnt="0"/>
      <dgm:spPr/>
    </dgm:pt>
    <dgm:pt modelId="{8BA5DFCD-D257-4911-A505-C8FB99598015}" type="pres">
      <dgm:prSet presAssocID="{42BE43DA-1546-4CE3-AE1C-A836217AF127}" presName="parTx" presStyleLbl="alignNode1" presStyleIdx="4" presStyleCnt="5">
        <dgm:presLayoutVars>
          <dgm:chMax val="0"/>
          <dgm:chPref val="0"/>
          <dgm:bulletEnabled val="1"/>
        </dgm:presLayoutVars>
      </dgm:prSet>
      <dgm:spPr/>
    </dgm:pt>
    <dgm:pt modelId="{15C52E18-D950-4BAE-A58F-8F90A931A362}" type="pres">
      <dgm:prSet presAssocID="{42BE43DA-1546-4CE3-AE1C-A836217AF127}" presName="desTx" presStyleLbl="alignAccFollowNode1" presStyleIdx="4" presStyleCnt="5">
        <dgm:presLayoutVars>
          <dgm:bulletEnabled val="1"/>
        </dgm:presLayoutVars>
      </dgm:prSet>
      <dgm:spPr/>
    </dgm:pt>
  </dgm:ptLst>
  <dgm:cxnLst>
    <dgm:cxn modelId="{72321900-AE26-46C0-8BB8-A6230116CF9D}" srcId="{B229F61A-69AA-456C-AD6C-272403994897}" destId="{B310BCDD-7F01-4EF3-ABC2-B5E8669C1FF4}" srcOrd="1" destOrd="0" parTransId="{7B77BEAE-91C4-48BE-A5BE-C13F753B0DB3}" sibTransId="{2B927111-2956-4D6D-A4C0-CECB2C19E4F6}"/>
    <dgm:cxn modelId="{3A25F400-B2CB-49BF-B427-C67A7AEF734C}" type="presOf" srcId="{587D9807-4730-4DCC-BE00-9CDD67E4AB21}" destId="{C7D4C0CB-17D7-478D-BD63-C3C433F7E807}" srcOrd="0" destOrd="0" presId="urn:microsoft.com/office/officeart/2005/8/layout/hList1"/>
    <dgm:cxn modelId="{37BBDC02-5A24-4A4F-B845-394C54BA9289}" type="presOf" srcId="{109113FB-4487-4EDF-85BA-58FB949E422C}" destId="{15C52E18-D950-4BAE-A58F-8F90A931A362}" srcOrd="0" destOrd="1" presId="urn:microsoft.com/office/officeart/2005/8/layout/hList1"/>
    <dgm:cxn modelId="{FF774E05-4FDE-4934-AF77-C5B09E93FD94}" type="presOf" srcId="{331A213A-435B-4088-96F7-315065B403DE}" destId="{754CE47E-E1C0-475D-947D-DB9242CA5251}" srcOrd="0" destOrd="1" presId="urn:microsoft.com/office/officeart/2005/8/layout/hList1"/>
    <dgm:cxn modelId="{80125B0C-C222-4EB5-BA7C-1545D143266D}" type="presOf" srcId="{B310BCDD-7F01-4EF3-ABC2-B5E8669C1FF4}" destId="{01AD30BA-5ADA-49F2-B69A-C6867A75A152}" srcOrd="0" destOrd="1" presId="urn:microsoft.com/office/officeart/2005/8/layout/hList1"/>
    <dgm:cxn modelId="{CAC7840C-4D48-48DA-88D4-E6BDFE99E189}" type="presOf" srcId="{393273E6-0CC7-40C1-A753-781C43B6330B}" destId="{849BF359-979C-47A8-A7AF-6FB345D59FCA}" srcOrd="0" destOrd="0" presId="urn:microsoft.com/office/officeart/2005/8/layout/hList1"/>
    <dgm:cxn modelId="{4EECCC0F-1E08-4379-A141-3B0FCD4DB53A}" srcId="{69F59711-D265-42A0-AA79-9AF158A9AF08}" destId="{26E6EC8B-A192-4A2E-A5ED-D876C29141E4}" srcOrd="0" destOrd="0" parTransId="{89E9DB5C-7943-486C-AC1E-F636EEE5D63B}" sibTransId="{747A7B46-CBC1-41AF-940D-ED569C5261B0}"/>
    <dgm:cxn modelId="{2E57E719-B7E1-42A0-B4F3-1CFB82106631}" type="presOf" srcId="{DFE0809B-90A5-489D-929F-C6E0CCFFDDC8}" destId="{15C52E18-D950-4BAE-A58F-8F90A931A362}" srcOrd="0" destOrd="0" presId="urn:microsoft.com/office/officeart/2005/8/layout/hList1"/>
    <dgm:cxn modelId="{D2932C1D-352D-4671-A323-9DEC787C9640}" srcId="{B229F61A-69AA-456C-AD6C-272403994897}" destId="{194A6351-21A0-41CE-BE9E-6C9655D7571F}" srcOrd="0" destOrd="0" parTransId="{F7EBAA10-1EB8-46E3-BA98-01A370CC6B53}" sibTransId="{69345455-EE82-4274-9942-879537B0B9A4}"/>
    <dgm:cxn modelId="{94BE9E23-F306-4518-B3C8-23151C388D8C}" type="presOf" srcId="{194A6351-21A0-41CE-BE9E-6C9655D7571F}" destId="{01AD30BA-5ADA-49F2-B69A-C6867A75A152}" srcOrd="0" destOrd="0" presId="urn:microsoft.com/office/officeart/2005/8/layout/hList1"/>
    <dgm:cxn modelId="{0E4E7C26-6CC7-418A-9F7B-9B6A6EAD8402}" type="presOf" srcId="{535746FD-A319-431E-A922-9E43D46E108E}" destId="{754CE47E-E1C0-475D-947D-DB9242CA5251}" srcOrd="0" destOrd="0" presId="urn:microsoft.com/office/officeart/2005/8/layout/hList1"/>
    <dgm:cxn modelId="{701D8F2D-36FD-4566-9301-235D659B3FC3}" srcId="{42BE43DA-1546-4CE3-AE1C-A836217AF127}" destId="{DFE0809B-90A5-489D-929F-C6E0CCFFDDC8}" srcOrd="0" destOrd="0" parTransId="{E6C193DF-6E89-4793-B319-09626EDAB81C}" sibTransId="{672155B8-59D4-4EC0-A872-A515CD591A5A}"/>
    <dgm:cxn modelId="{2B1A6037-54D0-4E54-80E1-F08FFCD95EFA}" srcId="{6F607961-9F28-4D6A-A28D-52AC7A2A1375}" destId="{69F59711-D265-42A0-AA79-9AF158A9AF08}" srcOrd="2" destOrd="0" parTransId="{91790FEF-F69D-4007-AFA8-9F4D6FA666DE}" sibTransId="{C06367E7-8A9F-406E-8BE2-20B2D8EF9B7B}"/>
    <dgm:cxn modelId="{0623585D-0733-48CC-893E-839EF7047444}" srcId="{B229F61A-69AA-456C-AD6C-272403994897}" destId="{76EB90C7-AF95-43AB-97F3-AE509137AC1F}" srcOrd="2" destOrd="0" parTransId="{B40EFDE5-8AD0-4510-B2AF-828DC268F380}" sibTransId="{85141B71-03DE-4A70-A6BE-F7C419AE7F38}"/>
    <dgm:cxn modelId="{78E0B143-71B7-49EE-90AB-E7AF6DD716B0}" type="presOf" srcId="{76EB90C7-AF95-43AB-97F3-AE509137AC1F}" destId="{01AD30BA-5ADA-49F2-B69A-C6867A75A152}" srcOrd="0" destOrd="2" presId="urn:microsoft.com/office/officeart/2005/8/layout/hList1"/>
    <dgm:cxn modelId="{B0740244-7325-423C-A5FD-021DE06A0016}" srcId="{6F607961-9F28-4D6A-A28D-52AC7A2A1375}" destId="{8D159D7B-9290-4652-8B47-2334E5CA0FD4}" srcOrd="3" destOrd="0" parTransId="{6B554DC7-ABF1-4B0D-9882-F7E4A28136AC}" sibTransId="{3E01C549-A4EC-4E1B-80C4-1730ABC8CC31}"/>
    <dgm:cxn modelId="{86714265-BB01-49DC-89E5-49BC5AFDF281}" type="presOf" srcId="{69F59711-D265-42A0-AA79-9AF158A9AF08}" destId="{817DA15E-EF90-46A8-90CF-5AE123FBEDFA}" srcOrd="0" destOrd="0" presId="urn:microsoft.com/office/officeart/2005/8/layout/hList1"/>
    <dgm:cxn modelId="{51E2C171-D05D-4FC1-A847-DAD352DC8EFD}" srcId="{69F59711-D265-42A0-AA79-9AF158A9AF08}" destId="{B08A76BC-7E33-478E-BABF-F68E0ED1F0E2}" srcOrd="1" destOrd="0" parTransId="{C9A7479B-7F02-4199-92E4-6E38043093E6}" sibTransId="{F9CC0E34-C823-4C9E-9BAE-A038187FF5E7}"/>
    <dgm:cxn modelId="{2DA20252-5420-43BD-91A7-5162853FBAE3}" type="presOf" srcId="{42BE43DA-1546-4CE3-AE1C-A836217AF127}" destId="{8BA5DFCD-D257-4911-A505-C8FB99598015}" srcOrd="0" destOrd="0" presId="urn:microsoft.com/office/officeart/2005/8/layout/hList1"/>
    <dgm:cxn modelId="{2278BC78-0884-41DF-8315-515638051CCC}" type="presOf" srcId="{1A26D163-B419-4C1D-A0ED-782E926CFDC9}" destId="{494EE6EF-7B3D-4FFD-95C3-BFAB4BFC9694}" srcOrd="0" destOrd="2" presId="urn:microsoft.com/office/officeart/2005/8/layout/hList1"/>
    <dgm:cxn modelId="{FD6B8B88-B459-4898-B9C4-C53606360D27}" srcId="{587D9807-4730-4DCC-BE00-9CDD67E4AB21}" destId="{535746FD-A319-431E-A922-9E43D46E108E}" srcOrd="0" destOrd="0" parTransId="{076C5F23-6A5A-4FAF-9C41-0E46BE0D810F}" sibTransId="{47C6EE5F-8238-4A93-82EC-F79153AB6C06}"/>
    <dgm:cxn modelId="{6D8EB68F-2BC5-4231-BB12-89EA1B7AB09F}" srcId="{6F607961-9F28-4D6A-A28D-52AC7A2A1375}" destId="{B229F61A-69AA-456C-AD6C-272403994897}" srcOrd="0" destOrd="0" parTransId="{51F5AC96-CABD-4059-8569-526362499BA7}" sibTransId="{2CCB2240-A20A-4555-B46D-FE64B10AAF9B}"/>
    <dgm:cxn modelId="{1D98D49E-C3D4-4193-8834-8218E66C5DB2}" type="presOf" srcId="{B229F61A-69AA-456C-AD6C-272403994897}" destId="{3BA02CBD-11AC-4B71-8953-E12D5C9AEBDE}" srcOrd="0" destOrd="0" presId="urn:microsoft.com/office/officeart/2005/8/layout/hList1"/>
    <dgm:cxn modelId="{64F616A3-D843-4146-B225-EE0B19E41DC0}" type="presOf" srcId="{1FB4F938-D4AB-4C62-A569-5C5BC06AE654}" destId="{754CE47E-E1C0-475D-947D-DB9242CA5251}" srcOrd="0" destOrd="2" presId="urn:microsoft.com/office/officeart/2005/8/layout/hList1"/>
    <dgm:cxn modelId="{BAB917A4-32C6-49A0-9466-8571BB873590}" srcId="{587D9807-4730-4DCC-BE00-9CDD67E4AB21}" destId="{331A213A-435B-4088-96F7-315065B403DE}" srcOrd="1" destOrd="0" parTransId="{26845DA9-102B-4350-A511-8FA39AB136D3}" sibTransId="{DC6FCECF-2000-470C-BC95-48AEA6E60077}"/>
    <dgm:cxn modelId="{ED4A1AA7-AAE3-4956-B983-F4F26B19CB34}" type="presOf" srcId="{6F607961-9F28-4D6A-A28D-52AC7A2A1375}" destId="{06798117-25FF-42FA-916C-B88E54596272}" srcOrd="0" destOrd="0" presId="urn:microsoft.com/office/officeart/2005/8/layout/hList1"/>
    <dgm:cxn modelId="{661976AB-CA08-4A8D-9EB8-76B88AF9C22A}" srcId="{42BE43DA-1546-4CE3-AE1C-A836217AF127}" destId="{109113FB-4487-4EDF-85BA-58FB949E422C}" srcOrd="1" destOrd="0" parTransId="{78CEFDE2-8688-4B6C-A9A6-184EDCD2E7BC}" sibTransId="{B1FF74C9-D578-43FE-8917-7ED018DA93E8}"/>
    <dgm:cxn modelId="{AA016BB6-EC45-4CBE-B7E5-ED6D23E7BFDD}" type="presOf" srcId="{B08A76BC-7E33-478E-BABF-F68E0ED1F0E2}" destId="{494EE6EF-7B3D-4FFD-95C3-BFAB4BFC9694}" srcOrd="0" destOrd="1" presId="urn:microsoft.com/office/officeart/2005/8/layout/hList1"/>
    <dgm:cxn modelId="{A6B9D5BB-2C9C-4054-888E-E2600DF74CCA}" srcId="{69F59711-D265-42A0-AA79-9AF158A9AF08}" destId="{1A26D163-B419-4C1D-A0ED-782E926CFDC9}" srcOrd="2" destOrd="0" parTransId="{9898E2E2-A025-44BF-B35A-7DECA5126953}" sibTransId="{3AABDA88-997C-40A5-B875-3B923705BD52}"/>
    <dgm:cxn modelId="{49F42AC3-DDCE-4891-B891-460C96C163CE}" type="presOf" srcId="{26C07D25-A81D-4366-AE3A-113C7F3E6FE5}" destId="{15C52E18-D950-4BAE-A58F-8F90A931A362}" srcOrd="0" destOrd="2" presId="urn:microsoft.com/office/officeart/2005/8/layout/hList1"/>
    <dgm:cxn modelId="{59FDC2C8-D599-4576-85D7-969E6C09262D}" srcId="{6F607961-9F28-4D6A-A28D-52AC7A2A1375}" destId="{42BE43DA-1546-4CE3-AE1C-A836217AF127}" srcOrd="4" destOrd="0" parTransId="{1B588A6F-305C-4414-B4D8-09FCE6B9A0E3}" sibTransId="{CDC6198E-0E38-435F-B8E7-7D3E27EB7A6E}"/>
    <dgm:cxn modelId="{92E4D0CA-8646-4315-95A4-A723C6750EA6}" srcId="{587D9807-4730-4DCC-BE00-9CDD67E4AB21}" destId="{1FB4F938-D4AB-4C62-A569-5C5BC06AE654}" srcOrd="2" destOrd="0" parTransId="{BBE8335E-E3A3-428C-9D1D-9EC6E0132128}" sibTransId="{D80FD8C7-1B12-45C0-ABF9-E741157E0691}"/>
    <dgm:cxn modelId="{58BA38CD-204C-4C00-BD98-91F4A58CD0C9}" srcId="{6F607961-9F28-4D6A-A28D-52AC7A2A1375}" destId="{587D9807-4730-4DCC-BE00-9CDD67E4AB21}" srcOrd="1" destOrd="0" parTransId="{5D3D5AF0-19F3-43F3-8DB2-3F678DAE9214}" sibTransId="{46DBEE51-8E0C-4C33-AB9A-1CEB7BAD6B8A}"/>
    <dgm:cxn modelId="{84E10CD7-3FE3-4A11-9D58-06F995DA47AC}" type="presOf" srcId="{8D159D7B-9290-4652-8B47-2334E5CA0FD4}" destId="{5C1A3A80-6344-435D-B7CB-9B984C82325F}" srcOrd="0" destOrd="0" presId="urn:microsoft.com/office/officeart/2005/8/layout/hList1"/>
    <dgm:cxn modelId="{A469E1DC-37B5-467C-A52A-44E9163A50B4}" type="presOf" srcId="{26E6EC8B-A192-4A2E-A5ED-D876C29141E4}" destId="{494EE6EF-7B3D-4FFD-95C3-BFAB4BFC9694}" srcOrd="0" destOrd="0" presId="urn:microsoft.com/office/officeart/2005/8/layout/hList1"/>
    <dgm:cxn modelId="{94D3FEEC-D54B-4ED3-B329-95FA4FCECDE9}" srcId="{42BE43DA-1546-4CE3-AE1C-A836217AF127}" destId="{26C07D25-A81D-4366-AE3A-113C7F3E6FE5}" srcOrd="2" destOrd="0" parTransId="{331A9E57-B7B2-4FB6-95C7-59B9C11ABCD1}" sibTransId="{1A9FF902-E865-41DF-98A2-94248E1CD0E6}"/>
    <dgm:cxn modelId="{416AB2FA-FE86-4F4E-A66F-A3A3721506F7}" srcId="{8D159D7B-9290-4652-8B47-2334E5CA0FD4}" destId="{393273E6-0CC7-40C1-A753-781C43B6330B}" srcOrd="0" destOrd="0" parTransId="{49DFDF96-715C-4458-9B40-FBF0C525A2E1}" sibTransId="{BB830F7B-B035-480E-B514-7C25E79F4219}"/>
    <dgm:cxn modelId="{0E09F2DA-384C-4642-BC43-C52458E55C78}" type="presParOf" srcId="{06798117-25FF-42FA-916C-B88E54596272}" destId="{2BB6F041-3ECC-44B9-AE4B-E45E5EC710A0}" srcOrd="0" destOrd="0" presId="urn:microsoft.com/office/officeart/2005/8/layout/hList1"/>
    <dgm:cxn modelId="{DB1F4701-929C-4572-8256-3F3AB6E538E4}" type="presParOf" srcId="{2BB6F041-3ECC-44B9-AE4B-E45E5EC710A0}" destId="{3BA02CBD-11AC-4B71-8953-E12D5C9AEBDE}" srcOrd="0" destOrd="0" presId="urn:microsoft.com/office/officeart/2005/8/layout/hList1"/>
    <dgm:cxn modelId="{F10820F4-4DB6-4D18-8F1C-1C4178A3C6BF}" type="presParOf" srcId="{2BB6F041-3ECC-44B9-AE4B-E45E5EC710A0}" destId="{01AD30BA-5ADA-49F2-B69A-C6867A75A152}" srcOrd="1" destOrd="0" presId="urn:microsoft.com/office/officeart/2005/8/layout/hList1"/>
    <dgm:cxn modelId="{071F8184-2138-4D14-8B56-F8953946E991}" type="presParOf" srcId="{06798117-25FF-42FA-916C-B88E54596272}" destId="{34C49F07-91BE-428B-8C8D-4B9F3F821D01}" srcOrd="1" destOrd="0" presId="urn:microsoft.com/office/officeart/2005/8/layout/hList1"/>
    <dgm:cxn modelId="{CB1C80C3-E58A-4CAA-8640-01BADE576C0F}" type="presParOf" srcId="{06798117-25FF-42FA-916C-B88E54596272}" destId="{AE297923-A443-4C01-811B-25BDCDD8B3FE}" srcOrd="2" destOrd="0" presId="urn:microsoft.com/office/officeart/2005/8/layout/hList1"/>
    <dgm:cxn modelId="{241F1B47-5A99-4759-BBA0-D3591D1CC977}" type="presParOf" srcId="{AE297923-A443-4C01-811B-25BDCDD8B3FE}" destId="{C7D4C0CB-17D7-478D-BD63-C3C433F7E807}" srcOrd="0" destOrd="0" presId="urn:microsoft.com/office/officeart/2005/8/layout/hList1"/>
    <dgm:cxn modelId="{7EDF43EA-780D-4AAB-A976-A1535D78674B}" type="presParOf" srcId="{AE297923-A443-4C01-811B-25BDCDD8B3FE}" destId="{754CE47E-E1C0-475D-947D-DB9242CA5251}" srcOrd="1" destOrd="0" presId="urn:microsoft.com/office/officeart/2005/8/layout/hList1"/>
    <dgm:cxn modelId="{9D3E5C89-A09D-4526-9350-D27579431B83}" type="presParOf" srcId="{06798117-25FF-42FA-916C-B88E54596272}" destId="{766A07C5-FBFC-47C7-83CC-699AC66886DF}" srcOrd="3" destOrd="0" presId="urn:microsoft.com/office/officeart/2005/8/layout/hList1"/>
    <dgm:cxn modelId="{00B127CF-0853-49BF-ACE7-4C568DE89FF1}" type="presParOf" srcId="{06798117-25FF-42FA-916C-B88E54596272}" destId="{D84A1410-27C6-4976-9183-06B7FE997CC9}" srcOrd="4" destOrd="0" presId="urn:microsoft.com/office/officeart/2005/8/layout/hList1"/>
    <dgm:cxn modelId="{547C3974-E0E0-45E1-9732-16EBFC7B0044}" type="presParOf" srcId="{D84A1410-27C6-4976-9183-06B7FE997CC9}" destId="{817DA15E-EF90-46A8-90CF-5AE123FBEDFA}" srcOrd="0" destOrd="0" presId="urn:microsoft.com/office/officeart/2005/8/layout/hList1"/>
    <dgm:cxn modelId="{1FF6ADC0-99DB-41EF-B027-1B0A7C303F4B}" type="presParOf" srcId="{D84A1410-27C6-4976-9183-06B7FE997CC9}" destId="{494EE6EF-7B3D-4FFD-95C3-BFAB4BFC9694}" srcOrd="1" destOrd="0" presId="urn:microsoft.com/office/officeart/2005/8/layout/hList1"/>
    <dgm:cxn modelId="{CD4B7310-C05A-466B-A4A2-AC6C8D572EED}" type="presParOf" srcId="{06798117-25FF-42FA-916C-B88E54596272}" destId="{F8515237-085F-4C18-BDA7-A62BC3F53751}" srcOrd="5" destOrd="0" presId="urn:microsoft.com/office/officeart/2005/8/layout/hList1"/>
    <dgm:cxn modelId="{1045B62A-A352-472C-9BB1-C2AFA57F65B6}" type="presParOf" srcId="{06798117-25FF-42FA-916C-B88E54596272}" destId="{D164C56D-30C2-4E21-A82D-347B6B5BCAC5}" srcOrd="6" destOrd="0" presId="urn:microsoft.com/office/officeart/2005/8/layout/hList1"/>
    <dgm:cxn modelId="{CD04BAC1-75B3-4C23-96B3-D1F3BB85BF0B}" type="presParOf" srcId="{D164C56D-30C2-4E21-A82D-347B6B5BCAC5}" destId="{5C1A3A80-6344-435D-B7CB-9B984C82325F}" srcOrd="0" destOrd="0" presId="urn:microsoft.com/office/officeart/2005/8/layout/hList1"/>
    <dgm:cxn modelId="{58689777-9416-445D-B39C-3ED0A4073688}" type="presParOf" srcId="{D164C56D-30C2-4E21-A82D-347B6B5BCAC5}" destId="{849BF359-979C-47A8-A7AF-6FB345D59FCA}" srcOrd="1" destOrd="0" presId="urn:microsoft.com/office/officeart/2005/8/layout/hList1"/>
    <dgm:cxn modelId="{F1BE9CBF-FBAC-4C5B-9CE2-89842DE2619C}" type="presParOf" srcId="{06798117-25FF-42FA-916C-B88E54596272}" destId="{F0F1B051-90D1-46BC-AB0A-07C6B21135F5}" srcOrd="7" destOrd="0" presId="urn:microsoft.com/office/officeart/2005/8/layout/hList1"/>
    <dgm:cxn modelId="{0DF7FDFC-A283-406C-8761-265D7FC0E911}" type="presParOf" srcId="{06798117-25FF-42FA-916C-B88E54596272}" destId="{0C482559-8C5C-4092-AC76-0775E43E2721}" srcOrd="8" destOrd="0" presId="urn:microsoft.com/office/officeart/2005/8/layout/hList1"/>
    <dgm:cxn modelId="{D1FD0A76-2C4D-4AE4-8200-E516FCBD233D}" type="presParOf" srcId="{0C482559-8C5C-4092-AC76-0775E43E2721}" destId="{8BA5DFCD-D257-4911-A505-C8FB99598015}" srcOrd="0" destOrd="0" presId="urn:microsoft.com/office/officeart/2005/8/layout/hList1"/>
    <dgm:cxn modelId="{B6E48F2B-48AD-4543-928F-D839C10B6300}" type="presParOf" srcId="{0C482559-8C5C-4092-AC76-0775E43E2721}" destId="{15C52E18-D950-4BAE-A58F-8F90A931A362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BA02CBD-11AC-4B71-8953-E12D5C9AEBDE}">
      <dsp:nvSpPr>
        <dsp:cNvPr id="0" name=""/>
        <dsp:cNvSpPr/>
      </dsp:nvSpPr>
      <dsp:spPr>
        <a:xfrm>
          <a:off x="3591" y="1758987"/>
          <a:ext cx="1376773" cy="31680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48768" rIns="85344" bIns="48768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200" kern="1200" dirty="0" err="1"/>
            <a:t>Kohortenbildung</a:t>
          </a:r>
          <a:endParaRPr lang="de-DE" sz="1200" kern="1200" dirty="0"/>
        </a:p>
      </dsp:txBody>
      <dsp:txXfrm>
        <a:off x="3591" y="1758987"/>
        <a:ext cx="1376773" cy="316800"/>
      </dsp:txXfrm>
    </dsp:sp>
    <dsp:sp modelId="{01AD30BA-5ADA-49F2-B69A-C6867A75A152}">
      <dsp:nvSpPr>
        <dsp:cNvPr id="0" name=""/>
        <dsp:cNvSpPr/>
      </dsp:nvSpPr>
      <dsp:spPr>
        <a:xfrm>
          <a:off x="3591" y="2075787"/>
          <a:ext cx="1376773" cy="1140804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674" tIns="58674" rIns="78232" bIns="88011" numCol="1" spcCol="1270" anchor="t" anchorCtr="0">
          <a:noAutofit/>
        </a:bodyPr>
        <a:lstStyle/>
        <a:p>
          <a:pPr marL="57150" lvl="1" indent="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100" kern="1200" dirty="0"/>
            <a:t> Zeitraum fixiert</a:t>
          </a:r>
        </a:p>
        <a:p>
          <a:pPr marL="57150" lvl="1" indent="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100" kern="1200" dirty="0"/>
            <a:t> Aktivitätsschwelle gesetzt 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10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Sabon Next LT"/>
              <a:ea typeface="+mn-ea"/>
              <a:cs typeface="+mn-cs"/>
            </a:rPr>
            <a:t> Nutzer gefiltert</a:t>
          </a:r>
        </a:p>
      </dsp:txBody>
      <dsp:txXfrm>
        <a:off x="3591" y="2075787"/>
        <a:ext cx="1376773" cy="1140804"/>
      </dsp:txXfrm>
    </dsp:sp>
    <dsp:sp modelId="{C7D4C0CB-17D7-478D-BD63-C3C433F7E807}">
      <dsp:nvSpPr>
        <dsp:cNvPr id="0" name=""/>
        <dsp:cNvSpPr/>
      </dsp:nvSpPr>
      <dsp:spPr>
        <a:xfrm>
          <a:off x="1573112" y="1758987"/>
          <a:ext cx="1376773" cy="31680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44704" rIns="78232" bIns="44704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b="1" kern="1200" dirty="0"/>
            <a:t>Datenextraktion</a:t>
          </a:r>
          <a:endParaRPr lang="de-DE" sz="1100" kern="1200" dirty="0"/>
        </a:p>
      </dsp:txBody>
      <dsp:txXfrm>
        <a:off x="1573112" y="1758987"/>
        <a:ext cx="1376773" cy="316800"/>
      </dsp:txXfrm>
    </dsp:sp>
    <dsp:sp modelId="{754CE47E-E1C0-475D-947D-DB9242CA5251}">
      <dsp:nvSpPr>
        <dsp:cNvPr id="0" name=""/>
        <dsp:cNvSpPr/>
      </dsp:nvSpPr>
      <dsp:spPr>
        <a:xfrm>
          <a:off x="1573112" y="2075787"/>
          <a:ext cx="1376773" cy="1140804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674" tIns="58674" rIns="78232" bIns="88011" numCol="1" spcCol="1270" anchor="t" anchorCtr="0">
          <a:noAutofit/>
        </a:bodyPr>
        <a:lstStyle/>
        <a:p>
          <a:pPr marL="57150" lvl="1" indent="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10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Sabon Next LT"/>
              <a:ea typeface="+mn-ea"/>
              <a:cs typeface="+mn-cs"/>
            </a:rPr>
            <a:t> Tabellen verknüpft</a:t>
          </a:r>
        </a:p>
        <a:p>
          <a:pPr marL="57150" lvl="1" indent="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10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Sabon Next LT"/>
              <a:ea typeface="+mn-ea"/>
              <a:cs typeface="+mn-cs"/>
            </a:rPr>
            <a:t> Session-Level gebaut</a:t>
          </a:r>
        </a:p>
        <a:p>
          <a:pPr marL="57150" lvl="1" indent="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10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Sabon Next LT"/>
              <a:ea typeface="+mn-ea"/>
              <a:cs typeface="+mn-cs"/>
            </a:rPr>
            <a:t> CSV exportiert</a:t>
          </a:r>
        </a:p>
      </dsp:txBody>
      <dsp:txXfrm>
        <a:off x="1573112" y="2075787"/>
        <a:ext cx="1376773" cy="1140804"/>
      </dsp:txXfrm>
    </dsp:sp>
    <dsp:sp modelId="{817DA15E-EF90-46A8-90CF-5AE123FBEDFA}">
      <dsp:nvSpPr>
        <dsp:cNvPr id="0" name=""/>
        <dsp:cNvSpPr/>
      </dsp:nvSpPr>
      <dsp:spPr>
        <a:xfrm>
          <a:off x="3142634" y="1758987"/>
          <a:ext cx="1376773" cy="316800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44704" rIns="78232" bIns="44704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 dirty="0"/>
            <a:t>Datenaufbereitung</a:t>
          </a:r>
        </a:p>
      </dsp:txBody>
      <dsp:txXfrm>
        <a:off x="3142634" y="1758987"/>
        <a:ext cx="1376773" cy="316800"/>
      </dsp:txXfrm>
    </dsp:sp>
    <dsp:sp modelId="{494EE6EF-7B3D-4FFD-95C3-BFAB4BFC9694}">
      <dsp:nvSpPr>
        <dsp:cNvPr id="0" name=""/>
        <dsp:cNvSpPr/>
      </dsp:nvSpPr>
      <dsp:spPr>
        <a:xfrm>
          <a:off x="3142634" y="2075787"/>
          <a:ext cx="1376773" cy="1140804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674" tIns="58674" rIns="78232" bIns="88011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10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Sabon Next LT"/>
              <a:ea typeface="+mn-ea"/>
              <a:cs typeface="+mn-cs"/>
            </a:rPr>
            <a:t> Anomalien korrigiert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10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Sabon Next LT"/>
              <a:ea typeface="+mn-ea"/>
              <a:cs typeface="+mn-cs"/>
            </a:rPr>
            <a:t> Ausreißer gekappt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10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Sabon Next LT"/>
              <a:ea typeface="+mn-ea"/>
              <a:cs typeface="+mn-cs"/>
            </a:rPr>
            <a:t> Werte imputiert</a:t>
          </a:r>
        </a:p>
      </dsp:txBody>
      <dsp:txXfrm>
        <a:off x="3142634" y="2075787"/>
        <a:ext cx="1376773" cy="1140804"/>
      </dsp:txXfrm>
    </dsp:sp>
    <dsp:sp modelId="{5C1A3A80-6344-435D-B7CB-9B984C82325F}">
      <dsp:nvSpPr>
        <dsp:cNvPr id="0" name=""/>
        <dsp:cNvSpPr/>
      </dsp:nvSpPr>
      <dsp:spPr>
        <a:xfrm>
          <a:off x="4712155" y="1758987"/>
          <a:ext cx="1376773" cy="316800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44704" rIns="78232" bIns="44704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 dirty="0"/>
            <a:t>Segmentierung</a:t>
          </a:r>
        </a:p>
      </dsp:txBody>
      <dsp:txXfrm>
        <a:off x="4712155" y="1758987"/>
        <a:ext cx="1376773" cy="316800"/>
      </dsp:txXfrm>
    </dsp:sp>
    <dsp:sp modelId="{849BF359-979C-47A8-A7AF-6FB345D59FCA}">
      <dsp:nvSpPr>
        <dsp:cNvPr id="0" name=""/>
        <dsp:cNvSpPr/>
      </dsp:nvSpPr>
      <dsp:spPr>
        <a:xfrm>
          <a:off x="4712155" y="2075787"/>
          <a:ext cx="1376773" cy="1140804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674" tIns="58674" rIns="78232" bIns="88011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100" kern="1200" dirty="0"/>
            <a:t> Features skaliert
 </a:t>
          </a:r>
          <a:r>
            <a:rPr lang="de-DE" sz="1100" kern="1200" dirty="0" err="1"/>
            <a:t>KMeans</a:t>
          </a:r>
          <a:r>
            <a:rPr lang="de-DE" sz="1100" kern="1200" dirty="0"/>
            <a:t> geclustert
 k validiert</a:t>
          </a:r>
        </a:p>
      </dsp:txBody>
      <dsp:txXfrm>
        <a:off x="4712155" y="2075787"/>
        <a:ext cx="1376773" cy="1140804"/>
      </dsp:txXfrm>
    </dsp:sp>
    <dsp:sp modelId="{8BA5DFCD-D257-4911-A505-C8FB99598015}">
      <dsp:nvSpPr>
        <dsp:cNvPr id="0" name=""/>
        <dsp:cNvSpPr/>
      </dsp:nvSpPr>
      <dsp:spPr>
        <a:xfrm>
          <a:off x="6281677" y="1758987"/>
          <a:ext cx="1376773" cy="316800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44704" rIns="78232" bIns="44704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 dirty="0" err="1"/>
            <a:t>Perk</a:t>
          </a:r>
          <a:r>
            <a:rPr lang="de-DE" sz="1100" kern="1200" dirty="0"/>
            <a:t>-Zuweisung</a:t>
          </a:r>
        </a:p>
      </dsp:txBody>
      <dsp:txXfrm>
        <a:off x="6281677" y="1758987"/>
        <a:ext cx="1376773" cy="316800"/>
      </dsp:txXfrm>
    </dsp:sp>
    <dsp:sp modelId="{15C52E18-D950-4BAE-A58F-8F90A931A362}">
      <dsp:nvSpPr>
        <dsp:cNvPr id="0" name=""/>
        <dsp:cNvSpPr/>
      </dsp:nvSpPr>
      <dsp:spPr>
        <a:xfrm>
          <a:off x="6281677" y="2075787"/>
          <a:ext cx="1376773" cy="1140804"/>
        </a:xfrm>
        <a:prstGeom prst="rect">
          <a:avLst/>
        </a:prstGeom>
        <a:solidFill>
          <a:schemeClr val="accent6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674" tIns="58674" rIns="78232" bIns="88011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10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Sabon Next LT"/>
              <a:ea typeface="+mn-ea"/>
              <a:cs typeface="+mn-cs"/>
            </a:rPr>
            <a:t> Scores berechnet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10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Sabon Next LT"/>
              <a:ea typeface="+mn-ea"/>
              <a:cs typeface="+mn-cs"/>
            </a:rPr>
            <a:t> </a:t>
          </a:r>
          <a:r>
            <a:rPr lang="de-DE" sz="110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Sabon Next LT"/>
              <a:ea typeface="+mn-ea"/>
              <a:cs typeface="+mn-cs"/>
            </a:rPr>
            <a:t>Eligibility</a:t>
          </a:r>
          <a:r>
            <a:rPr lang="de-DE" sz="110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Sabon Next LT"/>
              <a:ea typeface="+mn-ea"/>
              <a:cs typeface="+mn-cs"/>
            </a:rPr>
            <a:t> geprüft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10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Sabon Next LT"/>
              <a:ea typeface="+mn-ea"/>
              <a:cs typeface="+mn-cs"/>
            </a:rPr>
            <a:t> </a:t>
          </a:r>
          <a:r>
            <a:rPr lang="de-DE" sz="110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Sabon Next LT"/>
              <a:ea typeface="+mn-ea"/>
              <a:cs typeface="+mn-cs"/>
            </a:rPr>
            <a:t>Perk</a:t>
          </a:r>
          <a:r>
            <a:rPr lang="de-DE" sz="110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Sabon Next LT"/>
              <a:ea typeface="+mn-ea"/>
              <a:cs typeface="+mn-cs"/>
            </a:rPr>
            <a:t> zugewiesen</a:t>
          </a:r>
        </a:p>
      </dsp:txBody>
      <dsp:txXfrm>
        <a:off x="6281677" y="2075787"/>
        <a:ext cx="1376773" cy="114080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de-DE" sz="1200"/>
            </a:lvl1pPr>
          </a:lstStyle>
          <a:p>
            <a:pPr rtl="0"/>
            <a:endParaRPr lang="de-DE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de-DE" sz="1200"/>
            </a:lvl1pPr>
          </a:lstStyle>
          <a:p>
            <a:pPr rtl="0"/>
            <a:fld id="{61F194BD-2269-4EFA-851F-443B834DD978}" type="datetimeyyyy">
              <a:rPr lang="de-DE" smtClean="0"/>
              <a:t>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de-DE" sz="1200"/>
            </a:lvl1pPr>
          </a:lstStyle>
          <a:p>
            <a:pPr rtl="0"/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de-DE" sz="1200"/>
            </a:lvl1pPr>
          </a:lstStyle>
          <a:p>
            <a:pPr rtl="0"/>
            <a:fld id="{420BD0AB-C59E-4A46-83D3-F07787446BA0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lang="de-DE"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lang="de-DE"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lang="de-DE"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lang="de-DE"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lang="de-DE"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lang="de-DE"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lang="de-DE"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lang="de-DE"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lang="de-DE"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de-DE"/>
            </a:defPPr>
          </a:lstStyle>
          <a:p>
            <a:r>
              <a:rPr lang="de-DE" b="1" dirty="0"/>
              <a:t>Kontext &amp; Ziel</a:t>
            </a:r>
          </a:p>
          <a:p>
            <a:r>
              <a:rPr lang="de-DE" dirty="0" err="1"/>
              <a:t>Rewards</a:t>
            </a:r>
            <a:r>
              <a:rPr lang="de-DE" dirty="0"/>
              <a:t>-Programm soll Retention steigern, indem pro Nutzer </a:t>
            </a:r>
            <a:r>
              <a:rPr lang="de-DE" b="1" dirty="0"/>
              <a:t>ein klarer “Lieblings-</a:t>
            </a:r>
            <a:r>
              <a:rPr lang="de-DE" b="1" dirty="0" err="1"/>
              <a:t>Perk</a:t>
            </a:r>
            <a:r>
              <a:rPr lang="de-DE" b="1" dirty="0"/>
              <a:t>”</a:t>
            </a:r>
            <a:r>
              <a:rPr lang="de-DE" dirty="0"/>
              <a:t> beworben wird.</a:t>
            </a:r>
          </a:p>
          <a:p>
            <a:r>
              <a:rPr lang="de-DE" dirty="0"/>
              <a:t>Ziel: </a:t>
            </a:r>
            <a:r>
              <a:rPr lang="de-DE" b="1" dirty="0"/>
              <a:t>Verhaltensmuster</a:t>
            </a:r>
            <a:r>
              <a:rPr lang="de-DE" dirty="0"/>
              <a:t> finden und daraus </a:t>
            </a:r>
            <a:r>
              <a:rPr lang="de-DE" b="1" dirty="0" err="1"/>
              <a:t>Perk</a:t>
            </a:r>
            <a:r>
              <a:rPr lang="de-DE" b="1" dirty="0"/>
              <a:t>-Zuweisung pro User</a:t>
            </a:r>
            <a:r>
              <a:rPr lang="de-DE" dirty="0"/>
              <a:t> ableiten.</a:t>
            </a:r>
          </a:p>
          <a:p>
            <a:r>
              <a:rPr lang="de-DE" dirty="0"/>
              <a:t>Ergebnisform: </a:t>
            </a:r>
            <a:r>
              <a:rPr lang="de-DE" b="1" dirty="0"/>
              <a:t>Archetypen (Cluster)</a:t>
            </a:r>
            <a:r>
              <a:rPr lang="de-DE" dirty="0"/>
              <a:t> + </a:t>
            </a:r>
            <a:r>
              <a:rPr lang="de-DE" b="1" dirty="0"/>
              <a:t>personalisierter </a:t>
            </a:r>
            <a:r>
              <a:rPr lang="de-DE" b="1" dirty="0" err="1"/>
              <a:t>Perk</a:t>
            </a:r>
            <a:r>
              <a:rPr lang="de-DE" dirty="0"/>
              <a:t>.</a:t>
            </a:r>
          </a:p>
          <a:p>
            <a:pPr rt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193977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de-DE"/>
            </a:defPPr>
          </a:lstStyle>
          <a:p>
            <a:r>
              <a:rPr lang="de-DE" b="1" dirty="0"/>
              <a:t>SQL: Kohorte &amp; Extraktion</a:t>
            </a:r>
          </a:p>
          <a:p>
            <a:r>
              <a:rPr lang="de-DE" dirty="0"/>
              <a:t>Kohorte gewählt, weil </a:t>
            </a:r>
            <a:r>
              <a:rPr lang="de-DE" b="1" dirty="0"/>
              <a:t>Personalisierung ohne Daten oft Zufall</a:t>
            </a:r>
            <a:r>
              <a:rPr lang="de-DE" dirty="0"/>
              <a:t> ist.</a:t>
            </a:r>
          </a:p>
          <a:p>
            <a:r>
              <a:rPr lang="de-DE" dirty="0"/>
              <a:t>Schwelle </a:t>
            </a:r>
            <a:r>
              <a:rPr lang="de-DE" sz="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 7 Sessions</a:t>
            </a:r>
            <a:r>
              <a:rPr lang="de-DE" dirty="0"/>
              <a:t> (≥8) sorgt für </a:t>
            </a:r>
            <a:r>
              <a:rPr lang="de-DE" b="1" dirty="0"/>
              <a:t>genug Verhalten</a:t>
            </a:r>
            <a:r>
              <a:rPr lang="de-DE" dirty="0"/>
              <a:t> pro User, damit Mediane/Anteile stabil sind.</a:t>
            </a:r>
          </a:p>
          <a:p>
            <a:r>
              <a:rPr lang="de-DE" dirty="0"/>
              <a:t>Zeitfenster ab </a:t>
            </a:r>
            <a:r>
              <a:rPr lang="de-DE" b="1" dirty="0"/>
              <a:t>2023-01-04</a:t>
            </a:r>
            <a:r>
              <a:rPr lang="de-DE" dirty="0"/>
              <a:t> erhöht Vergleichbarkeit (Tenure-/Zeit-Bias reduziert).</a:t>
            </a:r>
          </a:p>
          <a:p>
            <a:r>
              <a:rPr lang="de-DE" dirty="0"/>
              <a:t>QC bestätigt Eignung: </a:t>
            </a:r>
            <a:r>
              <a:rPr lang="de-DE" b="1" dirty="0"/>
              <a:t>5.998 User</a:t>
            </a:r>
            <a:r>
              <a:rPr lang="de-DE" dirty="0"/>
              <a:t>, </a:t>
            </a:r>
            <a:r>
              <a:rPr lang="de-DE" b="1" dirty="0"/>
              <a:t>49.211 Sessions</a:t>
            </a:r>
            <a:r>
              <a:rPr lang="de-DE" dirty="0"/>
              <a:t>, </a:t>
            </a:r>
            <a:r>
              <a:rPr lang="de-DE" b="1" dirty="0"/>
              <a:t>92,4% mit Buchung</a:t>
            </a:r>
            <a:r>
              <a:rPr lang="de-DE" dirty="0"/>
              <a:t>, </a:t>
            </a:r>
            <a:r>
              <a:rPr lang="de-DE" dirty="0" err="1"/>
              <a:t>Cancellation</a:t>
            </a:r>
            <a:r>
              <a:rPr lang="de-DE" dirty="0"/>
              <a:t>-Sessions </a:t>
            </a:r>
            <a:r>
              <a:rPr lang="de-DE" b="1" dirty="0"/>
              <a:t>~1,24%</a:t>
            </a:r>
            <a:r>
              <a:rPr lang="de-DE" dirty="0"/>
              <a:t>.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6497422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de-DE"/>
            </a:defPPr>
          </a:lstStyle>
          <a:p>
            <a:r>
              <a:rPr lang="de-DE" b="1" dirty="0"/>
              <a:t>Clustering: Methode &amp; Begründung</a:t>
            </a:r>
          </a:p>
          <a:p>
            <a:r>
              <a:rPr lang="de-DE" dirty="0"/>
              <a:t>Clustering auf </a:t>
            </a:r>
            <a:r>
              <a:rPr lang="de-DE" dirty="0" err="1"/>
              <a:t>perk</a:t>
            </a:r>
            <a:r>
              <a:rPr lang="de-DE" dirty="0"/>
              <a:t>-nahen Features; Skalierung via </a:t>
            </a:r>
            <a:r>
              <a:rPr lang="de-DE" b="1" dirty="0" err="1"/>
              <a:t>StandardScaler</a:t>
            </a:r>
            <a:r>
              <a:rPr lang="de-DE" dirty="0"/>
              <a:t> (sonst dominiert z. B. </a:t>
            </a:r>
            <a:r>
              <a:rPr lang="de-DE" dirty="0" err="1"/>
              <a:t>Spend</a:t>
            </a:r>
            <a:r>
              <a:rPr lang="de-DE" dirty="0"/>
              <a:t>).</a:t>
            </a:r>
          </a:p>
          <a:p>
            <a:r>
              <a:rPr lang="de-DE" dirty="0"/>
              <a:t>k-Wahl datenbasiert: </a:t>
            </a:r>
            <a:r>
              <a:rPr lang="de-DE" b="1" dirty="0"/>
              <a:t>Elbow + Silhouette</a:t>
            </a:r>
            <a:r>
              <a:rPr lang="de-DE" dirty="0"/>
              <a:t>, bestes Ergebnis bei </a:t>
            </a:r>
            <a:r>
              <a:rPr lang="de-DE" b="1" dirty="0"/>
              <a:t>k=4</a:t>
            </a:r>
            <a:r>
              <a:rPr lang="de-DE" dirty="0"/>
              <a:t>.</a:t>
            </a:r>
          </a:p>
          <a:p>
            <a:r>
              <a:rPr lang="de-DE" dirty="0"/>
              <a:t>Stabilitätscheck über Seeds (ARI ~ </a:t>
            </a:r>
            <a:r>
              <a:rPr lang="de-DE" b="1" dirty="0"/>
              <a:t>0,87</a:t>
            </a:r>
            <a:r>
              <a:rPr lang="de-DE" dirty="0"/>
              <a:t>) → Clusterstruktur robust genug.</a:t>
            </a:r>
          </a:p>
          <a:p>
            <a:r>
              <a:rPr lang="de-DE" dirty="0"/>
              <a:t>PCA nur als </a:t>
            </a:r>
            <a:r>
              <a:rPr lang="de-DE" b="1" dirty="0"/>
              <a:t>Visual-Check</a:t>
            </a:r>
            <a:r>
              <a:rPr lang="de-DE" dirty="0"/>
              <a:t> genutzt, nicht als Pflichtschritt.</a:t>
            </a:r>
          </a:p>
          <a:p>
            <a:pPr rt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76670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363794-EC3A-1064-B0FE-798681F37E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C3D343B7-5CB1-02A1-1EF1-01C820860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6F224A81-2C46-CE71-F4F0-B175779145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de-DE"/>
            </a:defPPr>
          </a:lstStyle>
          <a:p>
            <a:r>
              <a:rPr lang="de-DE" b="1" dirty="0"/>
              <a:t>5) </a:t>
            </a:r>
            <a:r>
              <a:rPr lang="de-DE" b="1" dirty="0" err="1"/>
              <a:t>Perk</a:t>
            </a:r>
            <a:r>
              <a:rPr lang="de-DE" b="1" dirty="0"/>
              <a:t>-Zuweisung: Scoring-Logik &amp; warum so</a:t>
            </a:r>
          </a:p>
          <a:p>
            <a:r>
              <a:rPr lang="de-DE" dirty="0" err="1"/>
              <a:t>Perk</a:t>
            </a:r>
            <a:r>
              <a:rPr lang="de-DE" dirty="0"/>
              <a:t>-Zuweisung pro User via </a:t>
            </a:r>
            <a:r>
              <a:rPr lang="de-DE" b="1" dirty="0"/>
              <a:t>5 Scores</a:t>
            </a:r>
            <a:r>
              <a:rPr lang="de-DE" dirty="0"/>
              <a:t>, dann „höchster Score gewinnt“.</a:t>
            </a:r>
          </a:p>
          <a:p>
            <a:r>
              <a:rPr lang="de-DE" dirty="0"/>
              <a:t>Scores basieren auf beobachtbaren Signalen:</a:t>
            </a:r>
          </a:p>
          <a:p>
            <a:pPr lvl="1"/>
            <a:r>
              <a:rPr lang="de-DE" dirty="0"/>
              <a:t>Discounts (Discount-Anteil, Discount-Höhe, </a:t>
            </a:r>
            <a:r>
              <a:rPr lang="de-DE" dirty="0" err="1"/>
              <a:t>Bargain</a:t>
            </a:r>
            <a:r>
              <a:rPr lang="de-DE" dirty="0"/>
              <a:t> Index)</a:t>
            </a:r>
          </a:p>
          <a:p>
            <a:pPr lvl="1"/>
            <a:r>
              <a:rPr lang="de-DE" dirty="0"/>
              <a:t>Flexibilität (</a:t>
            </a:r>
            <a:r>
              <a:rPr lang="de-DE" dirty="0" err="1"/>
              <a:t>Cancellation</a:t>
            </a:r>
            <a:r>
              <a:rPr lang="de-DE" dirty="0"/>
              <a:t>-Anteil, </a:t>
            </a:r>
            <a:r>
              <a:rPr lang="de-DE" dirty="0" err="1"/>
              <a:t>Sessiondauer</a:t>
            </a:r>
            <a:r>
              <a:rPr lang="de-DE" dirty="0"/>
              <a:t>, Klicks)</a:t>
            </a:r>
          </a:p>
          <a:p>
            <a:pPr lvl="1"/>
            <a:r>
              <a:rPr lang="de-DE" dirty="0"/>
              <a:t>Gepäck/Familie (</a:t>
            </a:r>
            <a:r>
              <a:rPr lang="de-DE" dirty="0" err="1"/>
              <a:t>bags</a:t>
            </a:r>
            <a:r>
              <a:rPr lang="de-DE" dirty="0"/>
              <a:t> per </a:t>
            </a:r>
            <a:r>
              <a:rPr lang="de-DE" dirty="0" err="1"/>
              <a:t>seat</a:t>
            </a:r>
            <a:r>
              <a:rPr lang="de-DE" dirty="0"/>
              <a:t>, </a:t>
            </a:r>
            <a:r>
              <a:rPr lang="de-DE" dirty="0" err="1"/>
              <a:t>seats</a:t>
            </a:r>
            <a:r>
              <a:rPr lang="de-DE" dirty="0"/>
              <a:t>, </a:t>
            </a:r>
            <a:r>
              <a:rPr lang="de-DE" dirty="0" err="1"/>
              <a:t>has_children</a:t>
            </a:r>
            <a:r>
              <a:rPr lang="de-DE" dirty="0"/>
              <a:t>)</a:t>
            </a:r>
          </a:p>
          <a:p>
            <a:pPr lvl="1"/>
            <a:r>
              <a:rPr lang="de-DE" dirty="0"/>
              <a:t>Hotel (Trips, Nights, Rate)</a:t>
            </a:r>
          </a:p>
          <a:p>
            <a:r>
              <a:rPr lang="de-DE" b="1" dirty="0" err="1"/>
              <a:t>Eligibility</a:t>
            </a:r>
            <a:r>
              <a:rPr lang="de-DE" b="1" dirty="0"/>
              <a:t>/</a:t>
            </a:r>
            <a:r>
              <a:rPr lang="de-DE" b="1" dirty="0" err="1"/>
              <a:t>Gating</a:t>
            </a:r>
            <a:r>
              <a:rPr lang="de-DE" dirty="0"/>
              <a:t> verhindert </a:t>
            </a:r>
            <a:r>
              <a:rPr lang="de-DE" dirty="0" err="1"/>
              <a:t>Perks</a:t>
            </a:r>
            <a:r>
              <a:rPr lang="de-DE" dirty="0"/>
              <a:t> ohne Datenbasis (z. B. Hotel-</a:t>
            </a:r>
            <a:r>
              <a:rPr lang="de-DE" dirty="0" err="1"/>
              <a:t>Perk</a:t>
            </a:r>
            <a:r>
              <a:rPr lang="de-DE" dirty="0"/>
              <a:t> nur bei </a:t>
            </a:r>
            <a:r>
              <a:rPr lang="de-DE" dirty="0" err="1"/>
              <a:t>hotel_trips</a:t>
            </a:r>
            <a:r>
              <a:rPr lang="de-DE" dirty="0"/>
              <a:t>&gt;0).</a:t>
            </a:r>
          </a:p>
          <a:p>
            <a:r>
              <a:rPr lang="de-DE" dirty="0" err="1"/>
              <a:t>Perk</a:t>
            </a:r>
            <a:r>
              <a:rPr lang="de-DE" dirty="0"/>
              <a:t>-Mix je Cluster erklärt Kommunikationsstrategie:</a:t>
            </a:r>
          </a:p>
          <a:p>
            <a:pPr lvl="1"/>
            <a:r>
              <a:rPr lang="de-DE" dirty="0"/>
              <a:t>Cluster 0 dominiert Discounts; Cluster 2 hat </a:t>
            </a:r>
            <a:r>
              <a:rPr lang="de-DE" dirty="0" err="1"/>
              <a:t>No-cancel</a:t>
            </a:r>
            <a:r>
              <a:rPr lang="de-DE" dirty="0"/>
              <a:t> fast gleichauf; Cluster 3 stark “Free </a:t>
            </a:r>
            <a:r>
              <a:rPr lang="de-DE" dirty="0" err="1"/>
              <a:t>night</a:t>
            </a:r>
            <a:r>
              <a:rPr lang="de-DE" dirty="0"/>
              <a:t>”.</a:t>
            </a:r>
          </a:p>
        </p:txBody>
      </p:sp>
    </p:spTree>
    <p:extLst>
      <p:ext uri="{BB962C8B-B14F-4D97-AF65-F5344CB8AC3E}">
        <p14:creationId xmlns:p14="http://schemas.microsoft.com/office/powerpoint/2010/main" val="29545062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de-DE"/>
            </a:defPPr>
          </a:lstStyle>
          <a:p>
            <a:r>
              <a:rPr lang="de-DE" b="1" dirty="0"/>
              <a:t>Interpretation (Begründung </a:t>
            </a:r>
            <a:r>
              <a:rPr lang="de-DE" b="1" dirty="0" err="1"/>
              <a:t>Perk</a:t>
            </a:r>
            <a:r>
              <a:rPr lang="de-DE" b="1" dirty="0"/>
              <a:t>):</a:t>
            </a:r>
            <a:endParaRPr lang="de-DE" dirty="0"/>
          </a:p>
          <a:p>
            <a:r>
              <a:rPr lang="de-DE" dirty="0"/>
              <a:t>Rabatte werden </a:t>
            </a:r>
            <a:r>
              <a:rPr lang="de-DE" b="1" dirty="0"/>
              <a:t>regelmäßig genutzt</a:t>
            </a:r>
            <a:r>
              <a:rPr lang="de-DE" dirty="0"/>
              <a:t> (≈ jeder zweite Flug mit Discount) und </a:t>
            </a:r>
            <a:r>
              <a:rPr lang="de-DE" b="1" dirty="0"/>
              <a:t>nicht nur minimal</a:t>
            </a:r>
            <a:r>
              <a:rPr lang="de-DE" dirty="0"/>
              <a:t> (Ø ~17,5%).</a:t>
            </a:r>
          </a:p>
          <a:p>
            <a:r>
              <a:rPr lang="de-DE" dirty="0"/>
              <a:t>Deal-Signal ist im Vergleich </a:t>
            </a:r>
            <a:r>
              <a:rPr lang="de-DE" b="1" dirty="0"/>
              <a:t>am deutlichsten</a:t>
            </a:r>
            <a:r>
              <a:rPr lang="de-DE" dirty="0"/>
              <a:t> (</a:t>
            </a:r>
            <a:r>
              <a:rPr lang="de-DE" dirty="0" err="1"/>
              <a:t>Bargain</a:t>
            </a:r>
            <a:r>
              <a:rPr lang="de-DE" dirty="0"/>
              <a:t>-Index &gt; 0) → Discount-Kommunikation ist hier am passendsten.</a:t>
            </a:r>
          </a:p>
          <a:p>
            <a:pPr rt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2949312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de-DE"/>
            </a:defPPr>
          </a:lstStyle>
          <a:p>
            <a:r>
              <a:rPr lang="de-DE" b="1" dirty="0"/>
              <a:t>Interpretation (Begründung </a:t>
            </a:r>
            <a:r>
              <a:rPr lang="de-DE" b="1" dirty="0" err="1"/>
              <a:t>Perk</a:t>
            </a:r>
            <a:r>
              <a:rPr lang="de-DE" b="1" dirty="0"/>
              <a:t>):</a:t>
            </a:r>
            <a:endParaRPr lang="de-DE" dirty="0"/>
          </a:p>
          <a:p>
            <a:r>
              <a:rPr lang="de-DE" dirty="0"/>
              <a:t>Wenig Discount-Signale, eher „</a:t>
            </a:r>
            <a:r>
              <a:rPr lang="de-DE" dirty="0" err="1"/>
              <a:t>basic</a:t>
            </a:r>
            <a:r>
              <a:rPr lang="de-DE" dirty="0"/>
              <a:t> </a:t>
            </a:r>
            <a:r>
              <a:rPr lang="de-DE" dirty="0" err="1"/>
              <a:t>usage</a:t>
            </a:r>
            <a:r>
              <a:rPr lang="de-DE" dirty="0"/>
              <a:t>“ (1 Flug + 1 Hotel) → Value wirkt besser als Rabatt-Story.</a:t>
            </a:r>
          </a:p>
          <a:p>
            <a:r>
              <a:rPr lang="de-DE" dirty="0"/>
              <a:t>„Free </a:t>
            </a:r>
            <a:r>
              <a:rPr lang="de-DE" dirty="0" err="1"/>
              <a:t>night</a:t>
            </a:r>
            <a:r>
              <a:rPr lang="de-DE" dirty="0"/>
              <a:t>“ ist ein </a:t>
            </a:r>
            <a:r>
              <a:rPr lang="de-DE" b="1" dirty="0"/>
              <a:t>klarer, leicht verständlicher Benefit</a:t>
            </a:r>
            <a:r>
              <a:rPr lang="de-DE" dirty="0"/>
              <a:t> für Nutzer mit Hotelbuchungen, ohne dass Discount-Verhalten nötig ist. Alternativ: Free </a:t>
            </a:r>
            <a:r>
              <a:rPr lang="de-DE" dirty="0" err="1"/>
              <a:t>bagage</a:t>
            </a:r>
            <a:r>
              <a:rPr lang="de-DE" dirty="0"/>
              <a:t> für A/B </a:t>
            </a:r>
            <a:r>
              <a:rPr lang="de-DE" dirty="0" err="1"/>
              <a:t>testing</a:t>
            </a:r>
            <a:endParaRPr lang="de-DE" dirty="0"/>
          </a:p>
          <a:p>
            <a:pPr rt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686530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de-DE"/>
            </a:defPPr>
          </a:lstStyle>
          <a:p>
            <a:r>
              <a:rPr lang="de-DE" b="1" dirty="0"/>
              <a:t>Interpretation (Begründung </a:t>
            </a:r>
            <a:r>
              <a:rPr lang="de-DE" b="1" dirty="0" err="1"/>
              <a:t>Perk</a:t>
            </a:r>
            <a:r>
              <a:rPr lang="de-DE" b="1" dirty="0"/>
              <a:t>):</a:t>
            </a:r>
            <a:endParaRPr lang="de-DE" dirty="0"/>
          </a:p>
          <a:p>
            <a:r>
              <a:rPr lang="de-DE" dirty="0"/>
              <a:t>Höchstes Flex-/Unsicherheits-Signal: </a:t>
            </a:r>
            <a:r>
              <a:rPr lang="de-DE" b="1" dirty="0"/>
              <a:t>mehr </a:t>
            </a:r>
            <a:r>
              <a:rPr lang="de-DE" b="1" dirty="0" err="1"/>
              <a:t>Cancellation</a:t>
            </a:r>
            <a:r>
              <a:rPr lang="de-DE" dirty="0"/>
              <a:t> + </a:t>
            </a:r>
            <a:r>
              <a:rPr lang="de-DE" b="1" dirty="0"/>
              <a:t>lange Sessions</a:t>
            </a:r>
            <a:r>
              <a:rPr lang="de-DE" dirty="0"/>
              <a:t> + </a:t>
            </a:r>
            <a:r>
              <a:rPr lang="de-DE" b="1" dirty="0"/>
              <a:t>viele Klicks</a:t>
            </a:r>
            <a:r>
              <a:rPr lang="de-DE" dirty="0"/>
              <a:t> → “Flexibilität” ist der passende Trigger.</a:t>
            </a:r>
          </a:p>
          <a:p>
            <a:r>
              <a:rPr lang="de-DE" dirty="0" err="1"/>
              <a:t>Perk</a:t>
            </a:r>
            <a:r>
              <a:rPr lang="de-DE" dirty="0"/>
              <a:t>-Konkurrenz ist real (Free-Night nahe dran) → </a:t>
            </a:r>
            <a:r>
              <a:rPr lang="de-DE" b="1" dirty="0" err="1"/>
              <a:t>No-cancel</a:t>
            </a:r>
            <a:r>
              <a:rPr lang="de-DE" b="1" dirty="0"/>
              <a:t> als Primärhypothese</a:t>
            </a:r>
            <a:r>
              <a:rPr lang="de-DE" dirty="0"/>
              <a:t>, ideal ergänzt durch A/B-Test gegen Free-Night.</a:t>
            </a:r>
          </a:p>
        </p:txBody>
      </p:sp>
    </p:spTree>
    <p:extLst>
      <p:ext uri="{BB962C8B-B14F-4D97-AF65-F5344CB8AC3E}">
        <p14:creationId xmlns:p14="http://schemas.microsoft.com/office/powerpoint/2010/main" val="1779146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de-DE"/>
            </a:defPPr>
          </a:lstStyle>
          <a:p>
            <a:r>
              <a:rPr lang="de-DE" b="1" dirty="0"/>
              <a:t>Interpretation (Begründung </a:t>
            </a:r>
            <a:r>
              <a:rPr lang="de-DE" b="1" dirty="0" err="1"/>
              <a:t>Perk</a:t>
            </a:r>
            <a:r>
              <a:rPr lang="de-DE" b="1" dirty="0"/>
              <a:t>):</a:t>
            </a:r>
            <a:endParaRPr lang="de-DE" dirty="0"/>
          </a:p>
          <a:p>
            <a:r>
              <a:rPr lang="de-DE" dirty="0"/>
              <a:t>Sehr hohe Reise-/Hotelaktivität (4 Flüge + 4 Hotels) → Hotel-</a:t>
            </a:r>
            <a:r>
              <a:rPr lang="de-DE" dirty="0" err="1"/>
              <a:t>Perk</a:t>
            </a:r>
            <a:r>
              <a:rPr lang="de-DE" dirty="0"/>
              <a:t> trifft </a:t>
            </a:r>
            <a:r>
              <a:rPr lang="de-DE" b="1" dirty="0"/>
              <a:t>häufig</a:t>
            </a:r>
            <a:r>
              <a:rPr lang="de-DE" dirty="0"/>
              <a:t> und hat hohen wahrgenommenen Wert.</a:t>
            </a:r>
          </a:p>
          <a:p>
            <a:r>
              <a:rPr lang="de-DE" dirty="0"/>
              <a:t>Discounts sind kein Treiber (Median 0), daher ist </a:t>
            </a:r>
            <a:r>
              <a:rPr lang="de-DE" b="1" dirty="0"/>
              <a:t>direkter Value</a:t>
            </a:r>
            <a:r>
              <a:rPr lang="de-DE" dirty="0"/>
              <a:t> (Free-Night) schlüssiger als Rabatt-Kommunikation.</a:t>
            </a:r>
          </a:p>
        </p:txBody>
      </p:sp>
    </p:spTree>
    <p:extLst>
      <p:ext uri="{BB962C8B-B14F-4D97-AF65-F5344CB8AC3E}">
        <p14:creationId xmlns:p14="http://schemas.microsoft.com/office/powerpoint/2010/main" val="9845417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592AE8-B57E-6F6F-B410-7CAC47C2AE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E125B7C0-BAB7-AB5C-441B-967E83CF96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78AC9685-1FBC-773D-0282-905D29D142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de-DE"/>
            </a:defPPr>
          </a:lstStyle>
          <a:p>
            <a:r>
              <a:rPr lang="de-DE" b="1" dirty="0"/>
              <a:t>Fazit &amp; Empfehlung (Testen &amp; Skalieren)</a:t>
            </a:r>
          </a:p>
          <a:p>
            <a:r>
              <a:rPr lang="de-DE" dirty="0"/>
              <a:t>Ergebnis: reproduzierbare Pipeline von </a:t>
            </a:r>
            <a:r>
              <a:rPr lang="de-DE" dirty="0" err="1"/>
              <a:t>Extract→Clean→Cluster→Perk-Zuweisung</a:t>
            </a:r>
            <a:r>
              <a:rPr lang="de-DE" dirty="0"/>
              <a:t>.</a:t>
            </a:r>
          </a:p>
          <a:p>
            <a:r>
              <a:rPr lang="de-DE" dirty="0"/>
              <a:t>Live-Test als nächster Schritt:</a:t>
            </a:r>
          </a:p>
          <a:p>
            <a:pPr lvl="1"/>
            <a:r>
              <a:rPr lang="de-DE" dirty="0"/>
              <a:t>KPIs: Email CTR, </a:t>
            </a:r>
            <a:r>
              <a:rPr lang="de-DE" dirty="0" err="1"/>
              <a:t>Rewards-Signup</a:t>
            </a:r>
            <a:r>
              <a:rPr lang="de-DE" dirty="0"/>
              <a:t>, Booking-</a:t>
            </a:r>
            <a:r>
              <a:rPr lang="de-DE" dirty="0" err="1"/>
              <a:t>Conversion</a:t>
            </a:r>
            <a:r>
              <a:rPr lang="de-DE" dirty="0"/>
              <a:t> (7/14/30d), Retention (30/60/90d), Stornoquote, Profit/</a:t>
            </a:r>
            <a:r>
              <a:rPr lang="de-DE" dirty="0" err="1"/>
              <a:t>Contribution</a:t>
            </a:r>
            <a:r>
              <a:rPr lang="de-DE" dirty="0"/>
              <a:t>.</a:t>
            </a:r>
          </a:p>
          <a:p>
            <a:pPr lvl="1"/>
            <a:r>
              <a:rPr lang="de-DE" dirty="0"/>
              <a:t>Cluster 2 als A/B-Test: </a:t>
            </a:r>
            <a:r>
              <a:rPr lang="de-DE" b="1" dirty="0" err="1"/>
              <a:t>No</a:t>
            </a:r>
            <a:r>
              <a:rPr lang="de-DE" b="1" dirty="0"/>
              <a:t> </a:t>
            </a:r>
            <a:r>
              <a:rPr lang="de-DE" b="1" dirty="0" err="1"/>
              <a:t>cancellation</a:t>
            </a:r>
            <a:r>
              <a:rPr lang="de-DE" b="1" dirty="0"/>
              <a:t> </a:t>
            </a:r>
            <a:r>
              <a:rPr lang="de-DE" b="1" dirty="0" err="1"/>
              <a:t>fees</a:t>
            </a:r>
            <a:r>
              <a:rPr lang="de-DE" b="1" dirty="0"/>
              <a:t> </a:t>
            </a:r>
            <a:r>
              <a:rPr lang="de-DE" b="1" dirty="0" err="1"/>
              <a:t>vs</a:t>
            </a:r>
            <a:r>
              <a:rPr lang="de-DE" b="1" dirty="0"/>
              <a:t> Free </a:t>
            </a:r>
            <a:r>
              <a:rPr lang="de-DE" b="1" dirty="0" err="1"/>
              <a:t>night</a:t>
            </a:r>
            <a:r>
              <a:rPr lang="de-DE" dirty="0"/>
              <a:t>.</a:t>
            </a:r>
          </a:p>
          <a:p>
            <a:r>
              <a:rPr lang="de-DE" dirty="0"/>
              <a:t>Skalierung:</a:t>
            </a:r>
          </a:p>
          <a:p>
            <a:pPr lvl="1"/>
            <a:r>
              <a:rPr lang="de-DE" dirty="0"/>
              <a:t>größere Kohorten (z. B. ≥5 Sessions) testen + Stabilitätscheck wiederholen.</a:t>
            </a:r>
          </a:p>
          <a:p>
            <a:pPr lvl="1"/>
            <a:r>
              <a:rPr lang="de-DE" dirty="0"/>
              <a:t>Cold-start Strategie für Nutzer mit wenig Daten (Default/Regeln bis genügend Sessions).</a:t>
            </a:r>
          </a:p>
          <a:p>
            <a:pPr lvl="1"/>
            <a:r>
              <a:rPr lang="de-DE" dirty="0" err="1"/>
              <a:t>Perk</a:t>
            </a:r>
            <a:r>
              <a:rPr lang="de-DE"/>
              <a:t>-Kosten/ROI modellieren und Gewichte datenbasiert nachjustieren.</a:t>
            </a:r>
          </a:p>
        </p:txBody>
      </p:sp>
    </p:spTree>
    <p:extLst>
      <p:ext uri="{BB962C8B-B14F-4D97-AF65-F5344CB8AC3E}">
        <p14:creationId xmlns:p14="http://schemas.microsoft.com/office/powerpoint/2010/main" val="22008872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Abbildung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20" name="Freihandform: Form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</a:lstStyle>
          <a:p>
            <a:pPr lvl="0" rtl="0"/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18" name="Freihandform: Form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</a:lstStyle>
          <a:p>
            <a:pPr lvl="0" rtl="0"/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rtlCol="0" anchor="ctr" anchorCtr="0">
            <a:noAutofit/>
          </a:bodyPr>
          <a:lstStyle>
            <a:lvl1pPr algn="ctr">
              <a:lnSpc>
                <a:spcPct val="100000"/>
              </a:lnSpc>
              <a:defRPr lang="de-DE" sz="3600"/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ihand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8" name="Freihand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</p:grpSp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ihand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11" name="Freihand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</p:grpSp>
      <p:sp>
        <p:nvSpPr>
          <p:cNvPr id="14" name="Bild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de-DE" sz="3600"/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13" name="Inhaltsplatzhalt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 rtlCol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lang="de-DE" sz="2400"/>
            </a:lvl1pPr>
            <a:lvl2pPr marL="347472">
              <a:lnSpc>
                <a:spcPct val="150000"/>
              </a:lnSpc>
              <a:spcBef>
                <a:spcPts val="0"/>
              </a:spcBef>
              <a:defRPr lang="de-DE" sz="2000"/>
            </a:lvl2pPr>
            <a:lvl3pPr marL="685800">
              <a:lnSpc>
                <a:spcPct val="150000"/>
              </a:lnSpc>
              <a:spcBef>
                <a:spcPts val="0"/>
              </a:spcBef>
              <a:defRPr lang="de-DE" sz="1800"/>
            </a:lvl3pPr>
          </a:lstStyle>
          <a:p>
            <a:pPr lvl="0" rtl="0"/>
            <a:r>
              <a:rPr lang="de-DE"/>
              <a:t>Klicken Sie, um Text hinzuzufügen.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de-DE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inführung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de-DE"/>
            </a:defPPr>
          </a:lstStyle>
          <a:p>
            <a:pPr algn="ctr" rtl="0"/>
            <a:endParaRPr lang="de-DE" sz="450" dirty="0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</a:lstStyle>
          <a:p>
            <a:pPr algn="ctr" rtl="0"/>
            <a:endParaRPr lang="de-DE" sz="1600" dirty="0"/>
          </a:p>
        </p:txBody>
      </p: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ihandform: Form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</a:lstStyle>
            <a:p>
              <a:pPr lvl="0" rtl="0"/>
              <a:endParaRPr lang="de-DE" dirty="0"/>
            </a:p>
          </p:txBody>
        </p:sp>
        <p:sp>
          <p:nvSpPr>
            <p:cNvPr id="15" name="Freihandform: Form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</a:lstStyle>
            <a:p>
              <a:pPr lvl="0" rtl="0"/>
              <a:endParaRPr lang="de-DE" dirty="0">
                <a:solidFill>
                  <a:schemeClr val="tx1"/>
                </a:solidFill>
              </a:endParaRPr>
            </a:p>
          </p:txBody>
        </p:sp>
        <p:sp>
          <p:nvSpPr>
            <p:cNvPr id="16" name="Bild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</p:grpSp>
      <p:sp>
        <p:nvSpPr>
          <p:cNvPr id="2" name="Titel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rtlCol="0" anchor="ctr">
            <a:noAutofit/>
          </a:bodyPr>
          <a:lstStyle>
            <a:lvl1pPr algn="l">
              <a:lnSpc>
                <a:spcPct val="100000"/>
              </a:lnSpc>
              <a:defRPr lang="de-DE" sz="3600" b="1"/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 rtlCol="0">
            <a:normAutofit/>
          </a:bodyPr>
          <a:lstStyle>
            <a:lvl1pPr marL="0" indent="0">
              <a:buNone/>
              <a:defRPr lang="de-DE" sz="1800"/>
            </a:lvl1pPr>
          </a:lstStyle>
          <a:p>
            <a:pPr lvl="0" rtl="0"/>
            <a:r>
              <a:rPr lang="de-DE"/>
              <a:t>Klicken, um Bild hinzuzufügen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hteck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de-DE"/>
            </a:defPPr>
          </a:lstStyle>
          <a:p>
            <a:pPr algn="ctr" rtl="0"/>
            <a:endParaRPr lang="de-DE" sz="450" dirty="0"/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</a:lstStyle>
          <a:p>
            <a:pPr algn="ctr" rtl="0"/>
            <a:endParaRPr lang="de-DE" sz="1600" dirty="0"/>
          </a:p>
        </p:txBody>
      </p:sp>
      <p:sp>
        <p:nvSpPr>
          <p:cNvPr id="36" name="Freihandform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</a:lstStyle>
          <a:p>
            <a:pPr lvl="0" rtl="0"/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33" name="Freihandform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de-DE"/>
            </a:defPPr>
          </a:lstStyle>
          <a:p>
            <a:pPr lvl="0" algn="ctr" rtl="0"/>
            <a:endParaRPr lang="de-DE" dirty="0"/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de-DE" sz="3600"/>
            </a:lvl1pPr>
          </a:lstStyle>
          <a:p>
            <a:pPr rtl="0"/>
            <a:r>
              <a:rPr lang="de-DE"/>
              <a:t>Klicken Sie, um Text hinzuzufügen.</a:t>
            </a:r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de-DE" sz="2400"/>
            </a:lvl1pPr>
            <a:lvl2pPr marL="347472">
              <a:lnSpc>
                <a:spcPct val="100000"/>
              </a:lnSpc>
              <a:spcBef>
                <a:spcPts val="0"/>
              </a:spcBef>
              <a:defRPr lang="de-DE" sz="2400"/>
            </a:lvl2pPr>
            <a:lvl3pPr marL="685800">
              <a:lnSpc>
                <a:spcPct val="100000"/>
              </a:lnSpc>
              <a:spcBef>
                <a:spcPts val="0"/>
              </a:spcBef>
              <a:defRPr lang="de-DE" sz="2400"/>
            </a:lvl3pPr>
          </a:lstStyle>
          <a:p>
            <a:pPr lvl="0" rtl="0"/>
            <a:r>
              <a:rPr lang="de-DE"/>
              <a:t>Klicken Sie, um Text hinzuzufügen.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</p:txBody>
      </p:sp>
      <p:sp>
        <p:nvSpPr>
          <p:cNvPr id="52" name="Bildplatzhalter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 rtlCol="0">
            <a:normAutofit/>
          </a:bodyPr>
          <a:lstStyle>
            <a:lvl1pPr marL="0" indent="0">
              <a:buNone/>
              <a:defRPr lang="de-DE" sz="1800"/>
            </a:lvl1pPr>
          </a:lstStyle>
          <a:p>
            <a:pPr lvl="0" rtl="0"/>
            <a:r>
              <a:rPr lang="de-DE"/>
              <a:t>Klicken, um Bild hinzuzufügen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i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Bild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53" name="Freihandform: Form 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29" name="Freihandform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31" name="Freihandform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33" name="Bild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rtlCol="0" anchor="b" anchorCtr="0">
            <a:noAutofit/>
          </a:bodyPr>
          <a:lstStyle>
            <a:lvl1pPr algn="l">
              <a:lnSpc>
                <a:spcPct val="100000"/>
              </a:lnSpc>
              <a:defRPr lang="de-DE" sz="3600" b="1">
                <a:latin typeface="+mj-lt"/>
                <a:cs typeface="Arial" panose="020B0604020202020204" pitchFamily="34" charset="0"/>
              </a:defRPr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13" name="Inhaltsplatzhalter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 rtlCol="0">
            <a:normAutofit/>
          </a:bodyPr>
          <a:lstStyle>
            <a:lvl1pPr>
              <a:spcBef>
                <a:spcPts val="1000"/>
              </a:spcBef>
              <a:defRPr lang="de-DE" sz="1800"/>
            </a:lvl1pPr>
            <a:lvl2pPr>
              <a:spcBef>
                <a:spcPts val="1000"/>
              </a:spcBef>
              <a:defRPr lang="de-DE" sz="1800"/>
            </a:lvl2pPr>
            <a:lvl3pPr>
              <a:spcBef>
                <a:spcPts val="1000"/>
              </a:spcBef>
              <a:defRPr lang="de-DE" sz="1800"/>
            </a:lvl3pPr>
            <a:lvl4pPr>
              <a:spcBef>
                <a:spcPts val="1000"/>
              </a:spcBef>
              <a:defRPr lang="de-DE" sz="1800"/>
            </a:lvl4pPr>
            <a:lvl5pPr>
              <a:spcBef>
                <a:spcPts val="1000"/>
              </a:spcBef>
              <a:defRPr lang="de-DE" sz="1800"/>
            </a:lvl5pPr>
          </a:lstStyle>
          <a:p>
            <a:pPr lvl="0" rtl="0"/>
            <a:r>
              <a:rPr lang="de-DE"/>
              <a:t>Klicken Sie, um Text hinzuzufügen.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18" name="Foliennummernplatzhalter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de-DE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ergleich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el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de-DE" sz="3600"/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11" name="Abbildung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pic>
        <p:nvPicPr>
          <p:cNvPr id="13" name="Bild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ihandform: Form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17" name="Bild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pic>
        <p:nvPicPr>
          <p:cNvPr id="19" name="Bild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Foliennummernplatzhalter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lvl1pPr>
              <a:defRPr lang="de-DE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2" name="Inhaltsplatzhalter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de-DE" sz="2400"/>
            </a:lvl1pPr>
            <a:lvl2pPr marL="347472">
              <a:lnSpc>
                <a:spcPct val="100000"/>
              </a:lnSpc>
              <a:spcBef>
                <a:spcPts val="0"/>
              </a:spcBef>
              <a:defRPr lang="de-DE" sz="2400"/>
            </a:lvl2pPr>
            <a:lvl3pPr marL="685800">
              <a:lnSpc>
                <a:spcPct val="100000"/>
              </a:lnSpc>
              <a:spcBef>
                <a:spcPts val="0"/>
              </a:spcBef>
              <a:defRPr lang="de-DE" sz="2400"/>
            </a:lvl3pPr>
          </a:lstStyle>
          <a:p>
            <a:pPr lvl="0" rtl="0"/>
            <a:r>
              <a:rPr lang="de-DE"/>
              <a:t>Klicken Sie, um Text hinzuzufügen.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ihandform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</a:lstStyle>
          <a:p>
            <a:pPr lvl="0" rtl="0"/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18" name="Freihandform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</a:lstStyle>
          <a:p>
            <a:pPr lvl="0" rtl="0"/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14" name="Freihandform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</a:lstStyle>
          <a:p>
            <a:pPr lvl="0" rtl="0"/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16" name="Freihandform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</a:lstStyle>
          <a:p>
            <a:pPr lvl="0" rtl="0"/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20" name="Titel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de-DE" sz="3600"/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19" name="Foliennummernplatzhalter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lvl1pPr>
              <a:defRPr lang="de-DE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23" name="Inhaltsplatzhalter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1000"/>
              </a:spcBef>
              <a:buNone/>
              <a:defRPr lang="de-DE" sz="1800"/>
            </a:lvl1pPr>
            <a:lvl2pPr marL="283464" indent="-283464">
              <a:spcBef>
                <a:spcPts val="1000"/>
              </a:spcBef>
              <a:defRPr lang="de-DE" sz="1800"/>
            </a:lvl2pPr>
            <a:lvl3pPr marL="283464" indent="-283464">
              <a:spcBef>
                <a:spcPts val="1000"/>
              </a:spcBef>
              <a:defRPr lang="de-DE" sz="1800"/>
            </a:lvl3pPr>
            <a:lvl4pPr marL="283464" indent="-283464">
              <a:spcBef>
                <a:spcPts val="1000"/>
              </a:spcBef>
              <a:defRPr lang="de-DE" sz="1800"/>
            </a:lvl4pPr>
            <a:lvl5pPr marL="283464" indent="-283464">
              <a:spcBef>
                <a:spcPts val="1000"/>
              </a:spcBef>
              <a:defRPr lang="de-DE" sz="1800"/>
            </a:lvl5pPr>
          </a:lstStyle>
          <a:p>
            <a:pPr lvl="0" rtl="0"/>
            <a:r>
              <a:rPr lang="de-DE"/>
              <a:t>Klicken Sie, um Text hinzuzufügen.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25" name="Inhaltsplatzhalter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1000"/>
              </a:spcBef>
              <a:buNone/>
              <a:defRPr lang="de-DE" sz="1800"/>
            </a:lvl1pPr>
            <a:lvl2pPr marL="283464" indent="-283464">
              <a:spcBef>
                <a:spcPts val="1000"/>
              </a:spcBef>
              <a:defRPr lang="de-DE" sz="1800"/>
            </a:lvl2pPr>
            <a:lvl3pPr marL="283464" indent="-283464">
              <a:spcBef>
                <a:spcPts val="1000"/>
              </a:spcBef>
              <a:defRPr lang="de-DE" sz="1800"/>
            </a:lvl3pPr>
            <a:lvl4pPr marL="283464" indent="-283464">
              <a:spcBef>
                <a:spcPts val="1000"/>
              </a:spcBef>
              <a:defRPr lang="de-DE" sz="1800"/>
            </a:lvl4pPr>
            <a:lvl5pPr marL="283464" indent="-283464">
              <a:spcBef>
                <a:spcPts val="1000"/>
              </a:spcBef>
              <a:defRPr lang="de-DE" sz="1800"/>
            </a:lvl5pPr>
          </a:lstStyle>
          <a:p>
            <a:pPr lvl="0" rtl="0"/>
            <a:r>
              <a:rPr lang="de-DE"/>
              <a:t>Klicken Sie, um Text hinzuzufügen.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eitachs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hteck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de-DE"/>
            </a:defPPr>
          </a:lstStyle>
          <a:p>
            <a:pPr algn="ctr" rtl="0"/>
            <a:endParaRPr lang="de-DE" sz="450" dirty="0"/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</a:lstStyle>
          <a:p>
            <a:pPr algn="ctr" rtl="0"/>
            <a:endParaRPr lang="de-DE" sz="160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 rtlCol="0"/>
          <a:lstStyle>
            <a:lvl1pPr algn="l">
              <a:lnSpc>
                <a:spcPct val="100000"/>
              </a:lnSpc>
              <a:defRPr lang="de-DE" sz="3600">
                <a:solidFill>
                  <a:schemeClr val="accent6"/>
                </a:solidFill>
              </a:defRPr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 rtlCol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lang="de-DE"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lang="de-DE"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lang="de-DE"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lang="de-DE" sz="1800"/>
            </a:lvl4pPr>
            <a:lvl5pPr indent="-283464">
              <a:spcBef>
                <a:spcPts val="1000"/>
              </a:spcBef>
              <a:defRPr lang="de-DE" sz="1800"/>
            </a:lvl5pPr>
          </a:lstStyle>
          <a:p>
            <a:pPr lvl="0" rtl="0"/>
            <a:r>
              <a:rPr lang="de-DE"/>
              <a:t>Klicken Sie, um Text hinzuzufügen.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1000"/>
              </a:spcBef>
              <a:buNone/>
              <a:defRPr lang="de-DE" sz="1800"/>
            </a:lvl1pPr>
            <a:lvl2pPr indent="-283464">
              <a:spcBef>
                <a:spcPts val="1000"/>
              </a:spcBef>
              <a:defRPr lang="de-DE" sz="1800"/>
            </a:lvl2pPr>
            <a:lvl3pPr indent="-283464">
              <a:spcBef>
                <a:spcPts val="1000"/>
              </a:spcBef>
              <a:defRPr lang="de-DE" sz="1800"/>
            </a:lvl3pPr>
            <a:lvl4pPr indent="-283464">
              <a:spcBef>
                <a:spcPts val="1000"/>
              </a:spcBef>
              <a:defRPr lang="de-DE" sz="1800"/>
            </a:lvl4pPr>
            <a:lvl5pPr indent="-283464">
              <a:spcBef>
                <a:spcPts val="1000"/>
              </a:spcBef>
              <a:defRPr lang="de-DE" sz="1800"/>
            </a:lvl5pPr>
          </a:lstStyle>
          <a:p>
            <a:pPr lvl="0" rtl="0"/>
            <a:r>
              <a:rPr lang="de-DE"/>
              <a:t>Klicken Sie, um Text hinzuzufügen.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31" name="Bildplatzhalter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 rtlCol="0">
            <a:noAutofit/>
          </a:bodyPr>
          <a:lstStyle>
            <a:lvl1pPr marL="0" indent="0">
              <a:buNone/>
              <a:defRPr lang="de-DE" sz="1800"/>
            </a:lvl1pPr>
          </a:lstStyle>
          <a:p>
            <a:pPr lvl="0" rtl="0"/>
            <a:r>
              <a:rPr lang="de-DE"/>
              <a:t>Klicken, um Bild hinzuzufügen</a:t>
            </a:r>
          </a:p>
        </p:txBody>
      </p:sp>
      <p:grpSp>
        <p:nvGrpSpPr>
          <p:cNvPr id="32" name="Gruppieren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ihandform: Form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</a:lstStyle>
            <a:p>
              <a:pPr lvl="0" rtl="0"/>
              <a:endParaRPr lang="de-DE" dirty="0"/>
            </a:p>
          </p:txBody>
        </p:sp>
        <p:sp>
          <p:nvSpPr>
            <p:cNvPr id="21" name="Freihandform: Form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</a:lstStyle>
            <a:p>
              <a:pPr lvl="0" rtl="0"/>
              <a:endParaRPr lang="de-DE" dirty="0">
                <a:solidFill>
                  <a:schemeClr val="tx1"/>
                </a:solidFill>
              </a:endParaRPr>
            </a:p>
          </p:txBody>
        </p:sp>
        <p:sp>
          <p:nvSpPr>
            <p:cNvPr id="22" name="Freihandform: Form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</a:lstStyle>
            <a:p>
              <a:pPr lvl="0" rtl="0"/>
              <a:endParaRPr lang="de-DE" dirty="0">
                <a:solidFill>
                  <a:schemeClr val="tx1"/>
                </a:solidFill>
              </a:endParaRPr>
            </a:p>
          </p:txBody>
        </p:sp>
        <p:sp>
          <p:nvSpPr>
            <p:cNvPr id="23" name="Bild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</p:grpSp>
      <p:sp>
        <p:nvSpPr>
          <p:cNvPr id="44" name="Foliennummernplatzhalter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de-DE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usammenfassung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ihandform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26" name="Bild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14" name="Freihandform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pic>
        <p:nvPicPr>
          <p:cNvPr id="21" name="Bild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reihandform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de-DE" sz="3600" b="1"/>
            </a:lvl1pPr>
          </a:lstStyle>
          <a:p>
            <a:pPr rtl="0"/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0" name="Inhaltsplatzhalter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de-DE" sz="2400"/>
            </a:lvl1pPr>
            <a:lvl2pPr marL="347472">
              <a:lnSpc>
                <a:spcPct val="100000"/>
              </a:lnSpc>
              <a:spcBef>
                <a:spcPts val="0"/>
              </a:spcBef>
              <a:defRPr lang="de-DE" sz="2400"/>
            </a:lvl2pPr>
            <a:lvl3pPr marL="685800">
              <a:lnSpc>
                <a:spcPct val="100000"/>
              </a:lnSpc>
              <a:spcBef>
                <a:spcPts val="0"/>
              </a:spcBef>
              <a:defRPr lang="de-DE" sz="2400"/>
            </a:lvl3pPr>
          </a:lstStyle>
          <a:p>
            <a:pPr lvl="0" rtl="0"/>
            <a:r>
              <a:rPr lang="de-DE"/>
              <a:t>Klicken Sie, um Text hinzuzufügen.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</p:txBody>
      </p:sp>
      <p:sp>
        <p:nvSpPr>
          <p:cNvPr id="10" name="Bildplatzhalter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 rtlCol="0">
            <a:normAutofit/>
          </a:bodyPr>
          <a:lstStyle>
            <a:lvl1pPr marL="0" indent="0">
              <a:buNone/>
              <a:defRPr lang="de-DE" sz="1800"/>
            </a:lvl1pPr>
          </a:lstStyle>
          <a:p>
            <a:pPr rtl="0"/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20" name="Foliennummernplatzhalter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lvl1pPr>
              <a:defRPr lang="de-DE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eitachse 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ihandform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</a:lstStyle>
          <a:p>
            <a:pPr lvl="0" rtl="0"/>
            <a:endParaRPr lang="de-DE" dirty="0"/>
          </a:p>
        </p:txBody>
      </p:sp>
      <p:sp>
        <p:nvSpPr>
          <p:cNvPr id="10" name="Freihandform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</a:lstStyle>
          <a:p>
            <a:pPr lvl="0" rtl="0"/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30" name="Bild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 rtlCol="0"/>
          <a:lstStyle>
            <a:lvl1pPr algn="l">
              <a:lnSpc>
                <a:spcPct val="100000"/>
              </a:lnSpc>
              <a:defRPr lang="de-DE" sz="3600">
                <a:solidFill>
                  <a:schemeClr val="accent6"/>
                </a:solidFill>
              </a:defRPr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4" name="Textplatzhalter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rtlCol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lang="de-DE" sz="1800"/>
            </a:lvl1pPr>
          </a:lstStyle>
          <a:p>
            <a:pPr rtl="0"/>
            <a:r>
              <a:rPr lang="de-DE"/>
              <a:t>Untertitel durch Klicken hinzufügen</a:t>
            </a:r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 rtlCol="0">
            <a:normAutofit/>
          </a:bodyPr>
          <a:lstStyle>
            <a:lvl1pPr>
              <a:defRPr lang="de-DE" sz="1800"/>
            </a:lvl1pPr>
            <a:lvl2pPr>
              <a:defRPr lang="de-DE" sz="1800"/>
            </a:lvl2pPr>
            <a:lvl3pPr>
              <a:defRPr lang="de-DE" sz="1800"/>
            </a:lvl3pPr>
            <a:lvl4pPr>
              <a:defRPr lang="de-DE" sz="1800"/>
            </a:lvl4pPr>
            <a:lvl5pPr>
              <a:defRPr lang="de-DE" sz="1800"/>
            </a:lvl5pPr>
          </a:lstStyle>
          <a:p>
            <a:pPr lvl="0" rtl="0"/>
            <a:r>
              <a:rPr lang="de-DE"/>
              <a:t>Klicken Sie, um Text hinzuzufügen.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20" name="Foliennummernplatzhalter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de-DE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usammenfassung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fik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de-DE" sz="3600" b="1"/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49" name="Freihandform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16" name="Inhaltsplatzhalter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 rtlCol="0">
            <a:normAutofit/>
          </a:bodyPr>
          <a:lstStyle>
            <a:lvl1pPr>
              <a:spcBef>
                <a:spcPts val="1000"/>
              </a:spcBef>
              <a:defRPr lang="de-DE" sz="1800"/>
            </a:lvl1pPr>
            <a:lvl2pPr>
              <a:spcBef>
                <a:spcPts val="1000"/>
              </a:spcBef>
              <a:defRPr lang="de-DE" sz="1800"/>
            </a:lvl2pPr>
            <a:lvl3pPr>
              <a:spcBef>
                <a:spcPts val="1000"/>
              </a:spcBef>
              <a:defRPr lang="de-DE" sz="1800"/>
            </a:lvl3pPr>
            <a:lvl4pPr>
              <a:spcBef>
                <a:spcPts val="1000"/>
              </a:spcBef>
              <a:defRPr lang="de-DE" sz="1800"/>
            </a:lvl4pPr>
            <a:lvl5pPr>
              <a:spcBef>
                <a:spcPts val="1000"/>
              </a:spcBef>
              <a:defRPr lang="de-DE" sz="1800"/>
            </a:lvl5pPr>
          </a:lstStyle>
          <a:p>
            <a:pPr lvl="0" rtl="0"/>
            <a:r>
              <a:rPr lang="de-DE"/>
              <a:t>Klicken Sie, um Text hinzuzufügen.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18" name="Inhaltsplatzhalter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 rtlCol="0">
            <a:normAutofit/>
          </a:bodyPr>
          <a:lstStyle>
            <a:lvl1pPr>
              <a:spcBef>
                <a:spcPts val="1000"/>
              </a:spcBef>
              <a:defRPr lang="de-DE" sz="1800"/>
            </a:lvl1pPr>
            <a:lvl2pPr>
              <a:spcBef>
                <a:spcPts val="1000"/>
              </a:spcBef>
              <a:defRPr lang="de-DE" sz="1800"/>
            </a:lvl2pPr>
            <a:lvl3pPr>
              <a:spcBef>
                <a:spcPts val="1000"/>
              </a:spcBef>
              <a:defRPr lang="de-DE" sz="1800"/>
            </a:lvl3pPr>
            <a:lvl4pPr>
              <a:spcBef>
                <a:spcPts val="1000"/>
              </a:spcBef>
              <a:defRPr lang="de-DE" sz="1800"/>
            </a:lvl4pPr>
            <a:lvl5pPr>
              <a:spcBef>
                <a:spcPts val="1000"/>
              </a:spcBef>
              <a:defRPr lang="de-DE" sz="1800"/>
            </a:lvl5pPr>
          </a:lstStyle>
          <a:p>
            <a:pPr lvl="0" rtl="0"/>
            <a:r>
              <a:rPr lang="de-DE"/>
              <a:t>Klicken Sie, um Text hinzuzufügen.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27" name="Foliennummernplatzhalter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lvl1pPr>
              <a:defRPr lang="de-DE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de-DE" smtClean="0"/>
              <a:pPr/>
              <a:t>‹Nr.›</a:t>
            </a:fld>
            <a:endParaRPr lang="de-DE" dirty="0"/>
          </a:p>
        </p:txBody>
      </p:sp>
      <p:pic>
        <p:nvPicPr>
          <p:cNvPr id="43" name="Grafik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fik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Bild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eitachs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hteck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de-DE"/>
            </a:defPPr>
          </a:lstStyle>
          <a:p>
            <a:pPr algn="ctr" rtl="0"/>
            <a:endParaRPr lang="de-DE" sz="450" dirty="0"/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</a:lstStyle>
          <a:p>
            <a:pPr algn="ctr" rtl="0"/>
            <a:endParaRPr lang="de-DE" sz="160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 rtlCol="0"/>
          <a:lstStyle>
            <a:lvl1pPr algn="ctr">
              <a:lnSpc>
                <a:spcPct val="100000"/>
              </a:lnSpc>
              <a:defRPr lang="de-DE" sz="3600">
                <a:solidFill>
                  <a:schemeClr val="accent6"/>
                </a:solidFill>
              </a:defRPr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14" name="Inhaltsplatzhalter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 rtlCol="0">
            <a:normAutofit/>
          </a:bodyPr>
          <a:lstStyle>
            <a:lvl1pPr>
              <a:spcBef>
                <a:spcPts val="1000"/>
              </a:spcBef>
              <a:defRPr lang="de-DE" sz="1800"/>
            </a:lvl1pPr>
            <a:lvl2pPr>
              <a:spcBef>
                <a:spcPts val="1000"/>
              </a:spcBef>
              <a:defRPr lang="de-DE" sz="1800"/>
            </a:lvl2pPr>
            <a:lvl3pPr>
              <a:spcBef>
                <a:spcPts val="1000"/>
              </a:spcBef>
              <a:defRPr lang="de-DE" sz="1800"/>
            </a:lvl3pPr>
            <a:lvl4pPr>
              <a:spcBef>
                <a:spcPts val="1000"/>
              </a:spcBef>
              <a:defRPr lang="de-DE" sz="1800"/>
            </a:lvl4pPr>
            <a:lvl5pPr>
              <a:spcBef>
                <a:spcPts val="1000"/>
              </a:spcBef>
              <a:defRPr lang="de-DE" sz="1800"/>
            </a:lvl5pPr>
          </a:lstStyle>
          <a:p>
            <a:pPr lvl="0" rtl="0"/>
            <a:r>
              <a:rPr lang="de-DE"/>
              <a:t>Klicken Sie, um Text hinzuzufügen.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16" name="Foliennummernplatzhalter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de-DE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hlussbemerku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ihandform: Form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</a:lstStyle>
          <a:p>
            <a:pPr lvl="0" rtl="0"/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19" name="Freihandform: Form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pic>
        <p:nvPicPr>
          <p:cNvPr id="9" name="Bild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rtlCol="0" anchor="b" anchorCtr="0">
            <a:noAutofit/>
          </a:bodyPr>
          <a:lstStyle>
            <a:lvl1pPr algn="l">
              <a:lnSpc>
                <a:spcPct val="100000"/>
              </a:lnSpc>
              <a:defRPr lang="de-DE" sz="3600"/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6" name="Untertitel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rtlCol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lang="de-DE" sz="2400"/>
            </a:lvl1pPr>
            <a:lvl2pPr marL="457200" indent="0" algn="ctr">
              <a:buNone/>
              <a:defRPr lang="de-DE" sz="2000"/>
            </a:lvl2pPr>
            <a:lvl3pPr marL="914400" indent="0" algn="ctr">
              <a:buNone/>
              <a:defRPr lang="de-DE" sz="1800"/>
            </a:lvl3pPr>
            <a:lvl4pPr marL="1371600" indent="0" algn="ctr">
              <a:buNone/>
              <a:defRPr lang="de-DE" sz="1600"/>
            </a:lvl4pPr>
            <a:lvl5pPr marL="1828800" indent="0" algn="ctr">
              <a:buNone/>
              <a:defRPr lang="de-DE" sz="1600"/>
            </a:lvl5pPr>
            <a:lvl6pPr marL="2286000" indent="0" algn="ctr">
              <a:buNone/>
              <a:defRPr lang="de-DE" sz="1600"/>
            </a:lvl6pPr>
            <a:lvl7pPr marL="2743200" indent="0" algn="ctr">
              <a:buNone/>
              <a:defRPr lang="de-DE" sz="1600"/>
            </a:lvl7pPr>
            <a:lvl8pPr marL="3200400" indent="0" algn="ctr">
              <a:buNone/>
              <a:defRPr lang="de-DE" sz="1600"/>
            </a:lvl8pPr>
            <a:lvl9pPr marL="3657600" indent="0" algn="ctr">
              <a:buNone/>
              <a:defRPr lang="de-DE" sz="1600"/>
            </a:lvl9pPr>
          </a:lstStyle>
          <a:p>
            <a:pPr rtl="0"/>
            <a:r>
              <a:rPr lang="de-DE"/>
              <a:t>Untertitel durch Klicken hinzufügen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ihandform: Form 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</a:lstStyle>
          <a:p>
            <a:pPr lvl="0" rtl="0"/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9" name="Freihandform: Form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</a:lstStyle>
          <a:p>
            <a:pPr lvl="0" rtl="0"/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 rtlCol="0" anchor="ctr" anchorCtr="0"/>
          <a:lstStyle>
            <a:defPPr>
              <a:defRPr lang="de-DE"/>
            </a:def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de-DE">
                <a:latin typeface="+mn-lt"/>
              </a:defRPr>
            </a:lvl1pPr>
          </a:lstStyle>
          <a:p>
            <a:pPr rtl="0"/>
            <a:fld id="{48F63A3B-78C7-47BE-AE5E-E10140E04643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ihandform: Form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</a:lstStyle>
          <a:p>
            <a:pPr lvl="0" rtl="0"/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8" name="Freihandform: Form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</a:lstStyle>
          <a:p>
            <a:pPr lvl="0" rtl="0"/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de-DE">
                <a:latin typeface="+mn-lt"/>
              </a:defRPr>
            </a:lvl1pPr>
          </a:lstStyle>
          <a:p>
            <a:pPr rtl="0"/>
            <a:fld id="{48F63A3B-78C7-47BE-AE5E-E10140E04643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ihandform: Form 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</a:lstStyle>
          <a:p>
            <a:pPr lvl="0" rtl="0"/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rtlCol="0" anchor="b"/>
          <a:lstStyle>
            <a:lvl1pPr>
              <a:lnSpc>
                <a:spcPct val="100000"/>
              </a:lnSpc>
              <a:defRPr lang="de-DE" sz="3200"/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de-DE">
                <a:latin typeface="+mn-lt"/>
              </a:defRPr>
            </a:lvl1pPr>
          </a:lstStyle>
          <a:p>
            <a:pPr rtl="0"/>
            <a:fld id="{48F63A3B-78C7-47BE-AE5E-E10140E04643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 rtlCol="0"/>
          <a:lstStyle>
            <a:lvl1pPr marL="0" indent="0">
              <a:buNone/>
              <a:defRPr lang="de-DE" sz="1600"/>
            </a:lvl1pPr>
            <a:lvl2pPr marL="457200" indent="0">
              <a:buNone/>
              <a:defRPr lang="de-DE" sz="1400"/>
            </a:lvl2pPr>
            <a:lvl3pPr marL="914400" indent="0">
              <a:buNone/>
              <a:defRPr lang="de-DE" sz="1200"/>
            </a:lvl3pPr>
            <a:lvl4pPr marL="1371600" indent="0">
              <a:buNone/>
              <a:defRPr lang="de-DE" sz="1000"/>
            </a:lvl4pPr>
            <a:lvl5pPr marL="1828800" indent="0">
              <a:buNone/>
              <a:defRPr lang="de-DE" sz="1000"/>
            </a:lvl5pPr>
            <a:lvl6pPr marL="2286000" indent="0">
              <a:buNone/>
              <a:defRPr lang="de-DE" sz="1000"/>
            </a:lvl6pPr>
            <a:lvl7pPr marL="2743200" indent="0">
              <a:buNone/>
              <a:defRPr lang="de-DE" sz="1000"/>
            </a:lvl7pPr>
            <a:lvl8pPr marL="3200400" indent="0">
              <a:buNone/>
              <a:defRPr lang="de-DE" sz="1000"/>
            </a:lvl8pPr>
            <a:lvl9pPr marL="3657600" indent="0">
              <a:buNone/>
              <a:defRPr lang="de-DE" sz="1000"/>
            </a:lvl9pPr>
          </a:lstStyle>
          <a:p>
            <a:pPr lvl="0" rtl="0"/>
            <a:r>
              <a:rPr lang="de-DE"/>
              <a:t>Klicken Sie, um Text hinzuzufügen.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 rtlCol="0"/>
          <a:lstStyle>
            <a:lvl1pPr>
              <a:defRPr lang="de-DE" sz="3200"/>
            </a:lvl1pPr>
            <a:lvl2pPr>
              <a:defRPr lang="de-DE" sz="2800"/>
            </a:lvl2pPr>
            <a:lvl3pPr>
              <a:defRPr lang="de-DE" sz="2400"/>
            </a:lvl3pPr>
            <a:lvl4pPr>
              <a:defRPr lang="de-DE" sz="2000"/>
            </a:lvl4pPr>
            <a:lvl5pPr>
              <a:defRPr lang="de-DE" sz="2000"/>
            </a:lvl5pPr>
            <a:lvl6pPr>
              <a:defRPr lang="de-DE" sz="2000"/>
            </a:lvl6pPr>
            <a:lvl7pPr>
              <a:defRPr lang="de-DE" sz="2000"/>
            </a:lvl7pPr>
            <a:lvl8pPr>
              <a:defRPr lang="de-DE" sz="2000"/>
            </a:lvl8pPr>
            <a:lvl9pPr>
              <a:defRPr lang="de-DE" sz="2000"/>
            </a:lvl9pPr>
          </a:lstStyle>
          <a:p>
            <a:pPr lvl="0" rtl="0"/>
            <a:r>
              <a:rPr lang="de-DE"/>
              <a:t>Klicken Sie, um Text hinzuzufügen.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ihandform: Form 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</a:lstStyle>
          <a:p>
            <a:pPr lvl="0" rtl="0"/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rtlCol="0" anchor="b"/>
          <a:lstStyle>
            <a:lvl1pPr>
              <a:lnSpc>
                <a:spcPct val="100000"/>
              </a:lnSpc>
              <a:defRPr lang="de-DE" sz="3200"/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de-DE">
                <a:latin typeface="+mn-lt"/>
              </a:defRPr>
            </a:lvl1pPr>
          </a:lstStyle>
          <a:p>
            <a:pPr rtl="0"/>
            <a:fld id="{48F63A3B-78C7-47BE-AE5E-E10140E04643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 rtlCol="0"/>
          <a:lstStyle>
            <a:lvl1pPr marL="0" indent="0">
              <a:buNone/>
              <a:defRPr lang="de-DE" sz="1600"/>
            </a:lvl1pPr>
            <a:lvl2pPr marL="457200" indent="0">
              <a:buNone/>
              <a:defRPr lang="de-DE" sz="1400"/>
            </a:lvl2pPr>
            <a:lvl3pPr marL="914400" indent="0">
              <a:buNone/>
              <a:defRPr lang="de-DE" sz="1200"/>
            </a:lvl3pPr>
            <a:lvl4pPr marL="1371600" indent="0">
              <a:buNone/>
              <a:defRPr lang="de-DE" sz="1000"/>
            </a:lvl4pPr>
            <a:lvl5pPr marL="1828800" indent="0">
              <a:buNone/>
              <a:defRPr lang="de-DE" sz="1000"/>
            </a:lvl5pPr>
            <a:lvl6pPr marL="2286000" indent="0">
              <a:buNone/>
              <a:defRPr lang="de-DE" sz="1000"/>
            </a:lvl6pPr>
            <a:lvl7pPr marL="2743200" indent="0">
              <a:buNone/>
              <a:defRPr lang="de-DE" sz="1000"/>
            </a:lvl7pPr>
            <a:lvl8pPr marL="3200400" indent="0">
              <a:buNone/>
              <a:defRPr lang="de-DE" sz="1000"/>
            </a:lvl8pPr>
            <a:lvl9pPr marL="3657600" indent="0">
              <a:buNone/>
              <a:defRPr lang="de-DE" sz="1000"/>
            </a:lvl9pPr>
          </a:lstStyle>
          <a:p>
            <a:pPr lvl="0" rtl="0"/>
            <a:r>
              <a:rPr lang="de-DE"/>
              <a:t>Klicken Sie, um Text hinzuzufügen.</a:t>
            </a:r>
          </a:p>
        </p:txBody>
      </p:sp>
      <p:sp>
        <p:nvSpPr>
          <p:cNvPr id="3" name="Bildplatzhalt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lang="de-DE" sz="2800"/>
            </a:lvl1pPr>
            <a:lvl2pPr marL="457200" indent="0">
              <a:buNone/>
              <a:defRPr lang="de-DE" sz="2800"/>
            </a:lvl2pPr>
            <a:lvl3pPr marL="914400" indent="0">
              <a:buNone/>
              <a:defRPr lang="de-DE" sz="2400"/>
            </a:lvl3pPr>
            <a:lvl4pPr marL="1371600" indent="0">
              <a:buNone/>
              <a:defRPr lang="de-DE" sz="2000"/>
            </a:lvl4pPr>
            <a:lvl5pPr marL="1828800" indent="0">
              <a:buNone/>
              <a:defRPr lang="de-DE" sz="2000"/>
            </a:lvl5pPr>
            <a:lvl6pPr marL="2286000" indent="0">
              <a:buNone/>
              <a:defRPr lang="de-DE" sz="2000"/>
            </a:lvl6pPr>
            <a:lvl7pPr marL="2743200" indent="0">
              <a:buNone/>
              <a:defRPr lang="de-DE" sz="2000"/>
            </a:lvl7pPr>
            <a:lvl8pPr marL="3200400" indent="0">
              <a:buNone/>
              <a:defRPr lang="de-DE" sz="2000"/>
            </a:lvl8pPr>
            <a:lvl9pPr marL="3657600" indent="0">
              <a:buNone/>
              <a:defRPr lang="de-DE" sz="2000"/>
            </a:lvl9pPr>
          </a:lstStyle>
          <a:p>
            <a:pPr rtl="0"/>
            <a:r>
              <a:rPr lang="de-DE"/>
              <a:t>Klicken, um Bild hinzuzufügen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lang="de-DE"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rtl="0"/>
            <a:fld id="{48F63A3B-78C7-47BE-AE5E-E10140E04643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defPPr>
              <a:defRPr lang="de-DE"/>
            </a:defPPr>
          </a:lstStyle>
          <a:p>
            <a:pPr rtl="0"/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de-DE"/>
            </a:defPPr>
          </a:lstStyle>
          <a:p>
            <a:pPr lvl="0" rtl="0"/>
            <a:r>
              <a:rPr lang="de-DE"/>
              <a:t>Textmasterformat durch Klicken bearbeiten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lang="de-DE"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de-DE"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de-DE"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de-DE"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de-DE"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de-DE"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22931" y="810227"/>
            <a:ext cx="5746140" cy="3831221"/>
          </a:xfrm>
        </p:spPr>
        <p:txBody>
          <a:bodyPr rtlCol="0" anchor="ctr"/>
          <a:lstStyle>
            <a:defPPr>
              <a:defRPr lang="de-DE"/>
            </a:defPPr>
          </a:lstStyle>
          <a:p>
            <a:pPr rtl="0"/>
            <a:r>
              <a:rPr lang="de-DE" dirty="0" err="1"/>
              <a:t>TravelTide</a:t>
            </a:r>
            <a:br>
              <a:rPr lang="de-DE" dirty="0"/>
            </a:br>
            <a:br>
              <a:rPr lang="de-DE" dirty="0"/>
            </a:br>
            <a:r>
              <a:rPr lang="de-DE" dirty="0"/>
              <a:t>Customer Segmentation</a:t>
            </a:r>
          </a:p>
        </p:txBody>
      </p:sp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D5E8954-9BCB-7FD9-A210-38DC54382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565" y="593394"/>
            <a:ext cx="7965461" cy="994164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r>
              <a:rPr lang="de-DE" dirty="0" err="1"/>
              <a:t>zielsetzung</a:t>
            </a:r>
            <a:endParaRPr lang="de-DE" dirty="0"/>
          </a:p>
        </p:txBody>
      </p:sp>
      <p:sp>
        <p:nvSpPr>
          <p:cNvPr id="23" name="Foliennummernplatzhalter 22">
            <a:extLst>
              <a:ext uri="{FF2B5EF4-FFF2-40B4-BE49-F238E27FC236}">
                <a16:creationId xmlns:a16="http://schemas.microsoft.com/office/drawing/2014/main" id="{94FF72B7-0438-3641-5939-75128934B0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fld id="{48F63A3B-78C7-47BE-AE5E-E10140E04643}" type="slidenum">
              <a:rPr lang="de-DE" smtClean="0"/>
              <a:pPr rtl="0"/>
              <a:t>2</a:t>
            </a:fld>
            <a:endParaRPr lang="de-DE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C6D9449D-43D4-72E6-F372-74DE354B6F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4295" y="2171493"/>
            <a:ext cx="7197658" cy="334013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6856810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Diagramm 7">
            <a:extLst>
              <a:ext uri="{FF2B5EF4-FFF2-40B4-BE49-F238E27FC236}">
                <a16:creationId xmlns:a16="http://schemas.microsoft.com/office/drawing/2014/main" id="{72C34BD9-0C9D-3ED6-5492-AE5D119F388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03191947"/>
              </p:ext>
            </p:extLst>
          </p:nvPr>
        </p:nvGraphicFramePr>
        <p:xfrm>
          <a:off x="981610" y="636945"/>
          <a:ext cx="7662042" cy="49755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0" name="Pfeil: nach rechts 9">
            <a:extLst>
              <a:ext uri="{FF2B5EF4-FFF2-40B4-BE49-F238E27FC236}">
                <a16:creationId xmlns:a16="http://schemas.microsoft.com/office/drawing/2014/main" id="{D5BB61D4-B393-9F95-EEE3-6856B95D8EAC}"/>
              </a:ext>
            </a:extLst>
          </p:cNvPr>
          <p:cNvSpPr/>
          <p:nvPr/>
        </p:nvSpPr>
        <p:spPr>
          <a:xfrm>
            <a:off x="1217097" y="3653954"/>
            <a:ext cx="7226913" cy="484632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28A34A6-22BC-27A4-2C79-EE98A4943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449957"/>
            <a:ext cx="7796464" cy="1222385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r>
              <a:rPr lang="de-DE" dirty="0"/>
              <a:t>Prozessdefinition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7267C004-8B72-C872-98FB-00A2A584D0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fld id="{48F63A3B-78C7-47BE-AE5E-E10140E04643}" type="slidenum">
              <a:rPr lang="de-DE" smtClean="0"/>
              <a:pPr rtl="0"/>
              <a:t>3</a:t>
            </a:fld>
            <a:endParaRPr lang="de-DE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E1C00A96-6C3F-6A1C-E316-AD6137E8E03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36187" y="4474396"/>
            <a:ext cx="5952887" cy="1677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8595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370AEC4F-E711-8552-9C34-82C1514A1E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fld id="{48F63A3B-78C7-47BE-AE5E-E10140E04643}" type="slidenum">
              <a:rPr lang="de-DE" smtClean="0"/>
              <a:pPr rtl="0"/>
              <a:t>4</a:t>
            </a:fld>
            <a:endParaRPr lang="de-DE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4910032-96D9-DC0B-092E-3CDA22A043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7892" y="2257622"/>
            <a:ext cx="7032133" cy="39746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itel 1">
            <a:extLst>
              <a:ext uri="{FF2B5EF4-FFF2-40B4-BE49-F238E27FC236}">
                <a16:creationId xmlns:a16="http://schemas.microsoft.com/office/drawing/2014/main" id="{4A5E1D8A-2DEB-0185-0CED-6B4ADAC13C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37766" y="449957"/>
            <a:ext cx="7796464" cy="1222385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r>
              <a:rPr lang="de-DE" dirty="0"/>
              <a:t>Clusterbildung</a:t>
            </a:r>
          </a:p>
        </p:txBody>
      </p:sp>
    </p:spTree>
    <p:extLst>
      <p:ext uri="{BB962C8B-B14F-4D97-AF65-F5344CB8AC3E}">
        <p14:creationId xmlns:p14="http://schemas.microsoft.com/office/powerpoint/2010/main" val="11317180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FB4B73-F14D-58DF-8C9A-6D0EE6A23A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AE1E1DD6-07C5-8335-DCCB-B58C60433C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fld id="{48F63A3B-78C7-47BE-AE5E-E10140E04643}" type="slidenum">
              <a:rPr lang="de-DE" smtClean="0"/>
              <a:pPr rtl="0"/>
              <a:t>5</a:t>
            </a:fld>
            <a:endParaRPr lang="de-DE" dirty="0"/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E1A45095-109A-1F70-1044-EE6406780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37766" y="449957"/>
            <a:ext cx="7796464" cy="1222385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r>
              <a:rPr lang="de-DE" dirty="0" err="1"/>
              <a:t>Perk</a:t>
            </a:r>
            <a:r>
              <a:rPr lang="de-DE" dirty="0"/>
              <a:t> Scoring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876CDAD7-182D-9BFB-0B3C-7711ACC88A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5003" y="2309451"/>
            <a:ext cx="8269228" cy="3270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262205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ildplatzhalter 6" descr="Eine Person, die vor einem Whiteboard steht">
            <a:extLst>
              <a:ext uri="{FF2B5EF4-FFF2-40B4-BE49-F238E27FC236}">
                <a16:creationId xmlns:a16="http://schemas.microsoft.com/office/drawing/2014/main" id="{DD186EAB-37C7-E7E6-AE8D-F077D02804F9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 l="27208" r="27208"/>
          <a:stretch/>
        </p:blipFill>
        <p:spPr>
          <a:xfrm>
            <a:off x="443346" y="-50449"/>
            <a:ext cx="4344695" cy="6359525"/>
          </a:xfrm>
        </p:spPr>
      </p:pic>
      <p:sp>
        <p:nvSpPr>
          <p:cNvPr id="3" name="Titel 1">
            <a:extLst>
              <a:ext uri="{FF2B5EF4-FFF2-40B4-BE49-F238E27FC236}">
                <a16:creationId xmlns:a16="http://schemas.microsoft.com/office/drawing/2014/main" id="{F9A558EC-09C1-761E-9B58-D78948B8BE4F}"/>
              </a:ext>
            </a:extLst>
          </p:cNvPr>
          <p:cNvSpPr txBox="1">
            <a:spLocks/>
          </p:cNvSpPr>
          <p:nvPr/>
        </p:nvSpPr>
        <p:spPr>
          <a:xfrm>
            <a:off x="5106486" y="164571"/>
            <a:ext cx="4344696" cy="1544411"/>
          </a:xfrm>
          <a:prstGeom prst="rect">
            <a:avLst/>
          </a:prstGeom>
        </p:spPr>
        <p:txBody>
          <a:bodyPr vert="horz" lIns="91440" tIns="0" rIns="91440" bIns="0" rtlCol="0" anchor="ctr" anchorCtr="0">
            <a:noAutofit/>
          </a:bodyPr>
          <a:lstStyle>
            <a:defPPr>
              <a:defRPr lang="de-DE"/>
            </a:defPPr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de-DE" sz="3600" b="1" kern="1200" cap="all" baseline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dirty="0"/>
              <a:t>Cluster 0</a:t>
            </a:r>
          </a:p>
          <a:p>
            <a:r>
              <a:rPr lang="de-DE" sz="1800" b="0" dirty="0"/>
              <a:t>Persona: „Der Deal-Jäger“</a:t>
            </a:r>
          </a:p>
        </p:txBody>
      </p:sp>
      <p:graphicFrame>
        <p:nvGraphicFramePr>
          <p:cNvPr id="6" name="Tabelle 5">
            <a:extLst>
              <a:ext uri="{FF2B5EF4-FFF2-40B4-BE49-F238E27FC236}">
                <a16:creationId xmlns:a16="http://schemas.microsoft.com/office/drawing/2014/main" id="{237073CD-2739-C20F-B6E0-C767003DA6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0939612"/>
              </p:ext>
            </p:extLst>
          </p:nvPr>
        </p:nvGraphicFramePr>
        <p:xfrm>
          <a:off x="5106486" y="1797268"/>
          <a:ext cx="4792717" cy="3498023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2328644">
                  <a:extLst>
                    <a:ext uri="{9D8B030D-6E8A-4147-A177-3AD203B41FA5}">
                      <a16:colId xmlns:a16="http://schemas.microsoft.com/office/drawing/2014/main" val="3788447679"/>
                    </a:ext>
                  </a:extLst>
                </a:gridCol>
                <a:gridCol w="2464073">
                  <a:extLst>
                    <a:ext uri="{9D8B030D-6E8A-4147-A177-3AD203B41FA5}">
                      <a16:colId xmlns:a16="http://schemas.microsoft.com/office/drawing/2014/main" val="172349253"/>
                    </a:ext>
                  </a:extLst>
                </a:gridCol>
              </a:tblGrid>
              <a:tr h="3416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 dirty="0"/>
                        <a:t>Kennzahl (Median)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de-DE" sz="1200"/>
                        <a:t>Wert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84249512"/>
                  </a:ext>
                </a:extLst>
              </a:tr>
              <a:tr h="3416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 dirty="0"/>
                        <a:t>Flight-Trips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de-DE" sz="120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88955752"/>
                  </a:ext>
                </a:extLst>
              </a:tr>
              <a:tr h="5978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Discount-</a:t>
                      </a:r>
                      <a:r>
                        <a:rPr lang="en-US" sz="12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Anteil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Flüge</a:t>
                      </a:r>
                      <a:r>
                        <a:rPr lang="en-US" sz="1200" dirty="0"/>
                        <a:t> (</a:t>
                      </a:r>
                      <a:r>
                        <a:rPr lang="en-US" sz="1200" dirty="0" err="1"/>
                        <a:t>discount_flight_proportion</a:t>
                      </a:r>
                      <a:r>
                        <a:rPr lang="en-US" sz="1200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de-DE" sz="1200" dirty="0"/>
                        <a:t>0,50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9355379"/>
                  </a:ext>
                </a:extLst>
              </a:tr>
              <a:tr h="5089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Ø </a:t>
                      </a:r>
                      <a:r>
                        <a:rPr lang="en-US" sz="1200" dirty="0" err="1"/>
                        <a:t>Flugrabatt</a:t>
                      </a:r>
                      <a:r>
                        <a:rPr lang="en-US" sz="1200" dirty="0"/>
                        <a:t> (</a:t>
                      </a:r>
                      <a:r>
                        <a:rPr lang="en-US" sz="1200" dirty="0" err="1"/>
                        <a:t>average_flight_discount</a:t>
                      </a:r>
                      <a:r>
                        <a:rPr lang="en-US" sz="1200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de-DE" sz="1200" dirty="0"/>
                        <a:t>0,175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6749850"/>
                  </a:ext>
                </a:extLst>
              </a:tr>
              <a:tr h="3416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 dirty="0"/>
                        <a:t>Deal-Index (</a:t>
                      </a:r>
                      <a:r>
                        <a:rPr lang="de-DE" sz="1200" dirty="0" err="1"/>
                        <a:t>bargain_index</a:t>
                      </a:r>
                      <a:r>
                        <a:rPr lang="de-DE" sz="1200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de-DE" sz="1200" dirty="0"/>
                        <a:t>0,011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6022070"/>
                  </a:ext>
                </a:extLst>
              </a:tr>
              <a:tr h="3416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 dirty="0"/>
                        <a:t>Hotel-Trips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de-DE" sz="120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85740015"/>
                  </a:ext>
                </a:extLst>
              </a:tr>
              <a:tr h="3416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/>
                        <a:t>Hotelrate (median_hotel_rate)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de-DE" sz="1200" dirty="0"/>
                        <a:t>160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91680525"/>
                  </a:ext>
                </a:extLst>
              </a:tr>
              <a:tr h="3416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 dirty="0"/>
                        <a:t>Sessions: Dauer / Klicks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de-DE" sz="1200" dirty="0"/>
                        <a:t>89s / 12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0618795"/>
                  </a:ext>
                </a:extLst>
              </a:tr>
              <a:tr h="3416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/>
                        <a:t>Cancellation-Anteil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de-DE" sz="1200" dirty="0"/>
                        <a:t>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8156355"/>
                  </a:ext>
                </a:extLst>
              </a:tr>
            </a:tbl>
          </a:graphicData>
        </a:graphic>
      </p:graphicFrame>
      <p:sp>
        <p:nvSpPr>
          <p:cNvPr id="8" name="Textplatzhalter 3">
            <a:extLst>
              <a:ext uri="{FF2B5EF4-FFF2-40B4-BE49-F238E27FC236}">
                <a16:creationId xmlns:a16="http://schemas.microsoft.com/office/drawing/2014/main" id="{5669BD44-984E-2C23-029A-1F7285DF687D}"/>
              </a:ext>
            </a:extLst>
          </p:cNvPr>
          <p:cNvSpPr txBox="1">
            <a:spLocks/>
          </p:cNvSpPr>
          <p:nvPr/>
        </p:nvSpPr>
        <p:spPr>
          <a:xfrm>
            <a:off x="5264141" y="5541233"/>
            <a:ext cx="6401563" cy="664074"/>
          </a:xfrm>
          <a:prstGeom prst="rect">
            <a:avLst/>
          </a:prstGeom>
        </p:spPr>
        <p:txBody>
          <a:bodyPr rtlCol="0"/>
          <a:lstStyle>
            <a:defPPr>
              <a:defRPr lang="de-DE"/>
            </a:defPPr>
            <a:lvl1pPr marL="347472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lang="de-DE" sz="2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lang="de-DE"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lang="de-DE"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lang="de-DE"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lang="de-DE"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sz="2000" cap="all" dirty="0" err="1">
                <a:latin typeface="+mj-lt"/>
                <a:ea typeface="+mj-ea"/>
                <a:cs typeface="+mj-cs"/>
              </a:rPr>
              <a:t>Perk</a:t>
            </a:r>
            <a:r>
              <a:rPr lang="de-DE" sz="1800" cap="all" dirty="0">
                <a:latin typeface="+mj-lt"/>
                <a:ea typeface="+mj-ea"/>
                <a:cs typeface="+mj-cs"/>
              </a:rPr>
              <a:t>: „</a:t>
            </a:r>
            <a:r>
              <a:rPr lang="de-DE" sz="1800" cap="all" dirty="0" err="1">
                <a:latin typeface="+mj-lt"/>
                <a:ea typeface="+mj-ea"/>
                <a:cs typeface="+mj-cs"/>
              </a:rPr>
              <a:t>Exclusive</a:t>
            </a:r>
            <a:r>
              <a:rPr lang="de-DE" sz="1800" cap="all" dirty="0">
                <a:latin typeface="+mj-lt"/>
                <a:ea typeface="+mj-ea"/>
                <a:cs typeface="+mj-cs"/>
              </a:rPr>
              <a:t> Discounts“</a:t>
            </a:r>
          </a:p>
        </p:txBody>
      </p:sp>
    </p:spTree>
    <p:extLst>
      <p:ext uri="{BB962C8B-B14F-4D97-AF65-F5344CB8AC3E}">
        <p14:creationId xmlns:p14="http://schemas.microsoft.com/office/powerpoint/2010/main" val="29064919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ildplatzhalter 5" descr="Eine Person, die ein Mikrofon hält und vor einer Gruppe von Personen steht">
            <a:extLst>
              <a:ext uri="{FF2B5EF4-FFF2-40B4-BE49-F238E27FC236}">
                <a16:creationId xmlns:a16="http://schemas.microsoft.com/office/drawing/2014/main" id="{FECDA901-DD88-89EB-E10E-A2994D0A92DB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 rotWithShape="1">
          <a:blip r:embed="rId3">
            <a:duotone>
              <a:prstClr val="black"/>
              <a:schemeClr val="accent3">
                <a:tint val="45000"/>
                <a:satMod val="400000"/>
              </a:schemeClr>
            </a:duotone>
          </a:blip>
          <a:srcRect l="27745" r="27745"/>
          <a:stretch/>
        </p:blipFill>
        <p:spPr>
          <a:xfrm>
            <a:off x="7414194" y="410780"/>
            <a:ext cx="4344695" cy="6447220"/>
          </a:xfrm>
        </p:spPr>
      </p:pic>
      <p:sp>
        <p:nvSpPr>
          <p:cNvPr id="4" name="Titel 1">
            <a:extLst>
              <a:ext uri="{FF2B5EF4-FFF2-40B4-BE49-F238E27FC236}">
                <a16:creationId xmlns:a16="http://schemas.microsoft.com/office/drawing/2014/main" id="{D04F6F24-9A5A-DF95-79E5-CDCC85AEB405}"/>
              </a:ext>
            </a:extLst>
          </p:cNvPr>
          <p:cNvSpPr txBox="1">
            <a:spLocks/>
          </p:cNvSpPr>
          <p:nvPr/>
        </p:nvSpPr>
        <p:spPr>
          <a:xfrm>
            <a:off x="912862" y="517718"/>
            <a:ext cx="5784329" cy="1544411"/>
          </a:xfrm>
          <a:prstGeom prst="rect">
            <a:avLst/>
          </a:prstGeom>
        </p:spPr>
        <p:txBody>
          <a:bodyPr vert="horz" lIns="91440" tIns="0" rIns="91440" bIns="0" rtlCol="0" anchor="ctr" anchorCtr="0">
            <a:noAutofit/>
          </a:bodyPr>
          <a:lstStyle>
            <a:defPPr>
              <a:defRPr lang="de-DE"/>
            </a:defPPr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de-DE" sz="3600" b="1" kern="1200" cap="all" baseline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dirty="0"/>
              <a:t>Cluster 1</a:t>
            </a:r>
          </a:p>
          <a:p>
            <a:r>
              <a:rPr lang="de-DE" sz="1800" b="0" dirty="0"/>
              <a:t>Persona: „</a:t>
            </a:r>
            <a:r>
              <a:rPr lang="de-DE" sz="1800" dirty="0"/>
              <a:t>Der unkomplizierte Value-Bucher </a:t>
            </a:r>
            <a:r>
              <a:rPr lang="de-DE" sz="1800" b="0" dirty="0"/>
              <a:t>“</a:t>
            </a:r>
          </a:p>
        </p:txBody>
      </p:sp>
      <p:graphicFrame>
        <p:nvGraphicFramePr>
          <p:cNvPr id="11" name="Tabelle 10">
            <a:extLst>
              <a:ext uri="{FF2B5EF4-FFF2-40B4-BE49-F238E27FC236}">
                <a16:creationId xmlns:a16="http://schemas.microsoft.com/office/drawing/2014/main" id="{00932B63-FB34-A9B8-2A16-FDEF684976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8762418"/>
              </p:ext>
            </p:extLst>
          </p:nvPr>
        </p:nvGraphicFramePr>
        <p:xfrm>
          <a:off x="1078361" y="2272154"/>
          <a:ext cx="4792717" cy="3498023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2328644">
                  <a:extLst>
                    <a:ext uri="{9D8B030D-6E8A-4147-A177-3AD203B41FA5}">
                      <a16:colId xmlns:a16="http://schemas.microsoft.com/office/drawing/2014/main" val="3788447679"/>
                    </a:ext>
                  </a:extLst>
                </a:gridCol>
                <a:gridCol w="2464073">
                  <a:extLst>
                    <a:ext uri="{9D8B030D-6E8A-4147-A177-3AD203B41FA5}">
                      <a16:colId xmlns:a16="http://schemas.microsoft.com/office/drawing/2014/main" val="172349253"/>
                    </a:ext>
                  </a:extLst>
                </a:gridCol>
              </a:tblGrid>
              <a:tr h="3416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 dirty="0"/>
                        <a:t>Kennzahl (Median)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de-DE" sz="1200"/>
                        <a:t>Wert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84249512"/>
                  </a:ext>
                </a:extLst>
              </a:tr>
              <a:tr h="3416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 dirty="0"/>
                        <a:t>Flight-Trips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de-DE" sz="120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88955752"/>
                  </a:ext>
                </a:extLst>
              </a:tr>
              <a:tr h="5978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 dirty="0"/>
                        <a:t>Hotel-Trips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de-DE" sz="120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9355379"/>
                  </a:ext>
                </a:extLst>
              </a:tr>
              <a:tr h="5089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 dirty="0"/>
                        <a:t>Hotelrate (</a:t>
                      </a:r>
                      <a:r>
                        <a:rPr lang="de-DE" sz="1200" dirty="0" err="1">
                          <a:latin typeface="Courier New" panose="02070309020205020404" pitchFamily="49" charset="0"/>
                        </a:rPr>
                        <a:t>median_hotel_rate</a:t>
                      </a:r>
                      <a:r>
                        <a:rPr lang="de-DE" sz="1200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de-DE" sz="1200"/>
                        <a:t>129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6749850"/>
                  </a:ext>
                </a:extLst>
              </a:tr>
              <a:tr h="3416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/>
                        <a:t>Discount-Anteil Flüge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de-DE" sz="1200" dirty="0"/>
                        <a:t>0,00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6022070"/>
                  </a:ext>
                </a:extLst>
              </a:tr>
              <a:tr h="3416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/>
                        <a:t>Ø Flugrabatt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de-DE" sz="1200"/>
                        <a:t>0,00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85740015"/>
                  </a:ext>
                </a:extLst>
              </a:tr>
              <a:tr h="3416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/>
                        <a:t>Seats / Bags (Summe)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de-DE" sz="1200" dirty="0"/>
                        <a:t>1 / 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91680525"/>
                  </a:ext>
                </a:extLst>
              </a:tr>
              <a:tr h="3416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/>
                        <a:t>Sessions: Dauer / Klicks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de-DE" sz="1200" dirty="0"/>
                        <a:t>72,5s / 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0618795"/>
                  </a:ext>
                </a:extLst>
              </a:tr>
              <a:tr h="3416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/>
                        <a:t>Cancellation-Anteil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de-DE" sz="1200" dirty="0"/>
                        <a:t>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8156355"/>
                  </a:ext>
                </a:extLst>
              </a:tr>
            </a:tbl>
          </a:graphicData>
        </a:graphic>
      </p:graphicFrame>
      <p:sp>
        <p:nvSpPr>
          <p:cNvPr id="12" name="Textplatzhalter 3">
            <a:extLst>
              <a:ext uri="{FF2B5EF4-FFF2-40B4-BE49-F238E27FC236}">
                <a16:creationId xmlns:a16="http://schemas.microsoft.com/office/drawing/2014/main" id="{A3B5D093-D313-4DE1-7735-A4E816914D48}"/>
              </a:ext>
            </a:extLst>
          </p:cNvPr>
          <p:cNvSpPr txBox="1">
            <a:spLocks/>
          </p:cNvSpPr>
          <p:nvPr/>
        </p:nvSpPr>
        <p:spPr>
          <a:xfrm>
            <a:off x="912862" y="6014736"/>
            <a:ext cx="6401563" cy="664074"/>
          </a:xfrm>
          <a:prstGeom prst="rect">
            <a:avLst/>
          </a:prstGeom>
        </p:spPr>
        <p:txBody>
          <a:bodyPr rtlCol="0"/>
          <a:lstStyle>
            <a:defPPr>
              <a:defRPr lang="de-DE"/>
            </a:defPPr>
            <a:lvl1pPr marL="347472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lang="de-DE" sz="2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lang="de-DE"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lang="de-DE"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lang="de-DE"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lang="de-DE"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sz="2000" cap="all" dirty="0" err="1">
                <a:latin typeface="+mj-lt"/>
                <a:ea typeface="+mj-ea"/>
                <a:cs typeface="+mj-cs"/>
              </a:rPr>
              <a:t>Perk</a:t>
            </a:r>
            <a:r>
              <a:rPr lang="de-DE" sz="1800" cap="all" dirty="0">
                <a:latin typeface="+mj-lt"/>
                <a:ea typeface="+mj-ea"/>
                <a:cs typeface="+mj-cs"/>
              </a:rPr>
              <a:t>: „</a:t>
            </a:r>
            <a:r>
              <a:rPr lang="de-DE" sz="1800" cap="all" dirty="0" err="1">
                <a:latin typeface="+mj-lt"/>
                <a:ea typeface="+mj-ea"/>
                <a:cs typeface="+mj-cs"/>
              </a:rPr>
              <a:t>one</a:t>
            </a:r>
            <a:r>
              <a:rPr lang="de-DE" sz="1800" cap="all" dirty="0">
                <a:latin typeface="+mj-lt"/>
                <a:ea typeface="+mj-ea"/>
                <a:cs typeface="+mj-cs"/>
              </a:rPr>
              <a:t> </a:t>
            </a:r>
            <a:r>
              <a:rPr lang="de-DE" sz="1800" cap="all" dirty="0" err="1">
                <a:latin typeface="+mj-lt"/>
                <a:ea typeface="+mj-ea"/>
                <a:cs typeface="+mj-cs"/>
              </a:rPr>
              <a:t>night</a:t>
            </a:r>
            <a:r>
              <a:rPr lang="de-DE" sz="1800" cap="all" dirty="0">
                <a:latin typeface="+mj-lt"/>
                <a:ea typeface="+mj-ea"/>
                <a:cs typeface="+mj-cs"/>
              </a:rPr>
              <a:t> </a:t>
            </a:r>
            <a:r>
              <a:rPr lang="de-DE" sz="1800" cap="all" dirty="0" err="1">
                <a:latin typeface="+mj-lt"/>
                <a:ea typeface="+mj-ea"/>
                <a:cs typeface="+mj-cs"/>
              </a:rPr>
              <a:t>free</a:t>
            </a:r>
            <a:r>
              <a:rPr lang="de-DE" sz="1800" cap="all" dirty="0">
                <a:latin typeface="+mj-lt"/>
                <a:ea typeface="+mj-ea"/>
                <a:cs typeface="+mj-cs"/>
              </a:rPr>
              <a:t> </a:t>
            </a:r>
            <a:r>
              <a:rPr lang="de-DE" sz="1800" cap="all" dirty="0" err="1">
                <a:latin typeface="+mj-lt"/>
                <a:ea typeface="+mj-ea"/>
                <a:cs typeface="+mj-cs"/>
              </a:rPr>
              <a:t>with</a:t>
            </a:r>
            <a:r>
              <a:rPr lang="de-DE" sz="1800" cap="all" dirty="0">
                <a:latin typeface="+mj-lt"/>
                <a:ea typeface="+mj-ea"/>
                <a:cs typeface="+mj-cs"/>
              </a:rPr>
              <a:t> </a:t>
            </a:r>
            <a:r>
              <a:rPr lang="de-DE" sz="1800" cap="all" dirty="0" err="1">
                <a:latin typeface="+mj-lt"/>
                <a:ea typeface="+mj-ea"/>
                <a:cs typeface="+mj-cs"/>
              </a:rPr>
              <a:t>flight</a:t>
            </a:r>
            <a:r>
              <a:rPr lang="de-DE" sz="1800" cap="all" dirty="0">
                <a:latin typeface="+mj-lt"/>
                <a:ea typeface="+mj-ea"/>
                <a:cs typeface="+mj-cs"/>
              </a:rPr>
              <a:t>“</a:t>
            </a:r>
          </a:p>
        </p:txBody>
      </p:sp>
    </p:spTree>
    <p:extLst>
      <p:ext uri="{BB962C8B-B14F-4D97-AF65-F5344CB8AC3E}">
        <p14:creationId xmlns:p14="http://schemas.microsoft.com/office/powerpoint/2010/main" val="29529238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Bildplatzhalter 9" descr="Eine Person mit blauem Anzug und Kopfhörern, die auf einen Computer zeigt">
            <a:extLst>
              <a:ext uri="{FF2B5EF4-FFF2-40B4-BE49-F238E27FC236}">
                <a16:creationId xmlns:a16="http://schemas.microsoft.com/office/drawing/2014/main" id="{DD0A0899-5B02-CEB5-E5DD-448B169C2377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 l="31888" r="31888"/>
          <a:stretch/>
        </p:blipFill>
        <p:spPr>
          <a:xfrm>
            <a:off x="8989454" y="965393"/>
            <a:ext cx="3202545" cy="5892607"/>
          </a:xfrm>
        </p:spPr>
      </p:pic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82CE1B8-1C92-D6D2-444B-652DB90E86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fld id="{48F63A3B-78C7-47BE-AE5E-E10140E04643}" type="slidenum">
              <a:rPr lang="de-DE" smtClean="0"/>
              <a:pPr rtl="0"/>
              <a:t>8</a:t>
            </a:fld>
            <a:endParaRPr lang="de-DE" dirty="0"/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AF2BB560-534B-2D55-C8F1-DDB36D5557E6}"/>
              </a:ext>
            </a:extLst>
          </p:cNvPr>
          <p:cNvSpPr txBox="1">
            <a:spLocks/>
          </p:cNvSpPr>
          <p:nvPr/>
        </p:nvSpPr>
        <p:spPr>
          <a:xfrm>
            <a:off x="912862" y="517718"/>
            <a:ext cx="5784329" cy="1544411"/>
          </a:xfrm>
          <a:prstGeom prst="rect">
            <a:avLst/>
          </a:prstGeom>
        </p:spPr>
        <p:txBody>
          <a:bodyPr vert="horz" lIns="91440" tIns="0" rIns="91440" bIns="0" rtlCol="0" anchor="ctr" anchorCtr="0">
            <a:noAutofit/>
          </a:bodyPr>
          <a:lstStyle>
            <a:defPPr>
              <a:defRPr lang="de-DE"/>
            </a:defPPr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de-DE" sz="3600" b="1" kern="1200" cap="all" baseline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dirty="0"/>
              <a:t>Cluster 2</a:t>
            </a:r>
          </a:p>
          <a:p>
            <a:r>
              <a:rPr lang="de-DE" sz="1800" b="0" dirty="0"/>
              <a:t>Persona: „</a:t>
            </a:r>
            <a:r>
              <a:rPr lang="de-DE" sz="1800" dirty="0"/>
              <a:t>Der unsichere Planer</a:t>
            </a:r>
            <a:r>
              <a:rPr lang="de-DE" sz="1800" b="0" dirty="0"/>
              <a:t>“</a:t>
            </a:r>
          </a:p>
        </p:txBody>
      </p:sp>
      <p:graphicFrame>
        <p:nvGraphicFramePr>
          <p:cNvPr id="12" name="Tabelle 11">
            <a:extLst>
              <a:ext uri="{FF2B5EF4-FFF2-40B4-BE49-F238E27FC236}">
                <a16:creationId xmlns:a16="http://schemas.microsoft.com/office/drawing/2014/main" id="{08587157-3FE2-CF8C-340B-D429898312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3022096"/>
              </p:ext>
            </p:extLst>
          </p:nvPr>
        </p:nvGraphicFramePr>
        <p:xfrm>
          <a:off x="1408667" y="2104889"/>
          <a:ext cx="4792717" cy="3613613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2328644">
                  <a:extLst>
                    <a:ext uri="{9D8B030D-6E8A-4147-A177-3AD203B41FA5}">
                      <a16:colId xmlns:a16="http://schemas.microsoft.com/office/drawing/2014/main" val="3788447679"/>
                    </a:ext>
                  </a:extLst>
                </a:gridCol>
                <a:gridCol w="2464073">
                  <a:extLst>
                    <a:ext uri="{9D8B030D-6E8A-4147-A177-3AD203B41FA5}">
                      <a16:colId xmlns:a16="http://schemas.microsoft.com/office/drawing/2014/main" val="172349253"/>
                    </a:ext>
                  </a:extLst>
                </a:gridCol>
              </a:tblGrid>
              <a:tr h="3416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/>
                        <a:t>Kennzahl (Median)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de-DE" sz="1200" dirty="0"/>
                        <a:t>Wert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84249512"/>
                  </a:ext>
                </a:extLst>
              </a:tr>
              <a:tr h="3416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/>
                        <a:t>Flight-Trips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de-DE" sz="1200" dirty="0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88955752"/>
                  </a:ext>
                </a:extLst>
              </a:tr>
              <a:tr h="5978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 dirty="0"/>
                        <a:t>Hotel-Trips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de-DE" sz="120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9355379"/>
                  </a:ext>
                </a:extLst>
              </a:tr>
              <a:tr h="5089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 dirty="0" err="1"/>
                        <a:t>Cancellation</a:t>
                      </a:r>
                      <a:r>
                        <a:rPr lang="de-DE" sz="1200" dirty="0"/>
                        <a:t>-Anteil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de-DE" sz="1200"/>
                        <a:t>12,5%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6749850"/>
                  </a:ext>
                </a:extLst>
              </a:tr>
              <a:tr h="3416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 dirty="0"/>
                        <a:t>Sessions: Dauer / Klicks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de-DE" sz="1200"/>
                        <a:t>131,25s / 17,25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6022070"/>
                  </a:ext>
                </a:extLst>
              </a:tr>
              <a:tr h="3416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/>
                        <a:t>Discount-Anteil Flüge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de-DE" sz="1200"/>
                        <a:t>0,50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85740015"/>
                  </a:ext>
                </a:extLst>
              </a:tr>
              <a:tr h="3416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/>
                        <a:t>Ø Flugrabatt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de-DE" sz="1200"/>
                        <a:t>0,00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91680525"/>
                  </a:ext>
                </a:extLst>
              </a:tr>
              <a:tr h="3416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/>
                        <a:t>Seats / Bags (Summe)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de-DE" sz="1200"/>
                        <a:t>3 / 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0618795"/>
                  </a:ext>
                </a:extLst>
              </a:tr>
              <a:tr h="3416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/>
                        <a:t>Hotelrate (</a:t>
                      </a:r>
                      <a:r>
                        <a:rPr lang="de-DE" sz="1200">
                          <a:latin typeface="Courier New" panose="02070309020205020404" pitchFamily="49" charset="0"/>
                        </a:rPr>
                        <a:t>median_hotel_rate</a:t>
                      </a:r>
                      <a:r>
                        <a:rPr lang="de-DE" sz="120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de-DE" sz="1200" dirty="0"/>
                        <a:t>146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8156355"/>
                  </a:ext>
                </a:extLst>
              </a:tr>
            </a:tbl>
          </a:graphicData>
        </a:graphic>
      </p:graphicFrame>
      <p:sp>
        <p:nvSpPr>
          <p:cNvPr id="15" name="Textplatzhalter 3">
            <a:extLst>
              <a:ext uri="{FF2B5EF4-FFF2-40B4-BE49-F238E27FC236}">
                <a16:creationId xmlns:a16="http://schemas.microsoft.com/office/drawing/2014/main" id="{E3011A98-B5BF-4BF9-3255-956C7719B1C9}"/>
              </a:ext>
            </a:extLst>
          </p:cNvPr>
          <p:cNvSpPr txBox="1">
            <a:spLocks/>
          </p:cNvSpPr>
          <p:nvPr/>
        </p:nvSpPr>
        <p:spPr>
          <a:xfrm>
            <a:off x="1603759" y="5957795"/>
            <a:ext cx="6401563" cy="664074"/>
          </a:xfrm>
          <a:prstGeom prst="rect">
            <a:avLst/>
          </a:prstGeom>
        </p:spPr>
        <p:txBody>
          <a:bodyPr rtlCol="0"/>
          <a:lstStyle>
            <a:defPPr>
              <a:defRPr lang="de-DE"/>
            </a:defPPr>
            <a:lvl1pPr marL="347472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lang="de-DE" sz="2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lang="de-DE"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lang="de-DE"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lang="de-DE"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lang="de-DE"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sz="2000" cap="all" dirty="0" err="1">
                <a:latin typeface="+mj-lt"/>
                <a:ea typeface="+mj-ea"/>
                <a:cs typeface="+mj-cs"/>
              </a:rPr>
              <a:t>Perk</a:t>
            </a:r>
            <a:r>
              <a:rPr lang="de-DE" sz="1800" cap="all" dirty="0">
                <a:latin typeface="+mj-lt"/>
                <a:ea typeface="+mj-ea"/>
                <a:cs typeface="+mj-cs"/>
              </a:rPr>
              <a:t>: „</a:t>
            </a:r>
            <a:r>
              <a:rPr lang="de-DE" sz="1800" cap="all" dirty="0" err="1">
                <a:latin typeface="+mj-lt"/>
                <a:ea typeface="+mj-ea"/>
                <a:cs typeface="+mj-cs"/>
              </a:rPr>
              <a:t>No</a:t>
            </a:r>
            <a:r>
              <a:rPr lang="de-DE" sz="1800" cap="all" dirty="0">
                <a:latin typeface="+mj-lt"/>
                <a:ea typeface="+mj-ea"/>
                <a:cs typeface="+mj-cs"/>
              </a:rPr>
              <a:t> </a:t>
            </a:r>
            <a:r>
              <a:rPr lang="de-DE" sz="1800" cap="all" dirty="0" err="1">
                <a:latin typeface="+mj-lt"/>
                <a:ea typeface="+mj-ea"/>
                <a:cs typeface="+mj-cs"/>
              </a:rPr>
              <a:t>Cancellation</a:t>
            </a:r>
            <a:r>
              <a:rPr lang="de-DE" sz="1800" cap="all" dirty="0">
                <a:latin typeface="+mj-lt"/>
                <a:ea typeface="+mj-ea"/>
                <a:cs typeface="+mj-cs"/>
              </a:rPr>
              <a:t> Fees“</a:t>
            </a:r>
          </a:p>
        </p:txBody>
      </p:sp>
    </p:spTree>
    <p:extLst>
      <p:ext uri="{BB962C8B-B14F-4D97-AF65-F5344CB8AC3E}">
        <p14:creationId xmlns:p14="http://schemas.microsoft.com/office/powerpoint/2010/main" val="19416196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ildplatzhalter 6" descr="Eine Person, die eine Brille und ein blaues Hemd trägt">
            <a:extLst>
              <a:ext uri="{FF2B5EF4-FFF2-40B4-BE49-F238E27FC236}">
                <a16:creationId xmlns:a16="http://schemas.microsoft.com/office/drawing/2014/main" id="{C570EB79-053B-0283-9D2D-6266701EEDDD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>
            <a:duotone>
              <a:prstClr val="black"/>
              <a:schemeClr val="accent4">
                <a:tint val="45000"/>
                <a:satMod val="400000"/>
              </a:schemeClr>
            </a:duotone>
          </a:blip>
          <a:srcRect l="19088" r="19088"/>
          <a:stretch/>
        </p:blipFill>
        <p:spPr>
          <a:xfrm>
            <a:off x="8989454" y="3405189"/>
            <a:ext cx="3202546" cy="3452811"/>
          </a:xfrm>
        </p:spPr>
      </p:pic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AB69D854-FB65-0E93-CFE2-041F7C41DD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fld id="{48F63A3B-78C7-47BE-AE5E-E10140E04643}" type="slidenum">
              <a:rPr lang="de-DE" smtClean="0"/>
              <a:pPr rtl="0"/>
              <a:t>9</a:t>
            </a:fld>
            <a:endParaRPr lang="de-DE" dirty="0"/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8C8BC759-597F-F982-7695-9428F1C0DDEB}"/>
              </a:ext>
            </a:extLst>
          </p:cNvPr>
          <p:cNvSpPr txBox="1">
            <a:spLocks/>
          </p:cNvSpPr>
          <p:nvPr/>
        </p:nvSpPr>
        <p:spPr>
          <a:xfrm>
            <a:off x="912862" y="517718"/>
            <a:ext cx="7278901" cy="1544411"/>
          </a:xfrm>
          <a:prstGeom prst="rect">
            <a:avLst/>
          </a:prstGeom>
        </p:spPr>
        <p:txBody>
          <a:bodyPr vert="horz" lIns="91440" tIns="0" rIns="91440" bIns="0" rtlCol="0" anchor="ctr" anchorCtr="0">
            <a:noAutofit/>
          </a:bodyPr>
          <a:lstStyle>
            <a:defPPr>
              <a:defRPr lang="de-DE"/>
            </a:defPPr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de-DE" sz="3600" b="1" kern="1200" cap="all" baseline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dirty="0"/>
              <a:t>Cluster 3</a:t>
            </a:r>
          </a:p>
          <a:p>
            <a:r>
              <a:rPr lang="de-DE" sz="1800" b="0" dirty="0"/>
              <a:t>Persona: „</a:t>
            </a:r>
            <a:r>
              <a:rPr lang="de-DE" sz="1800" dirty="0"/>
              <a:t>Der Vielreisende Hotel-Fokus </a:t>
            </a:r>
            <a:r>
              <a:rPr lang="de-DE" sz="1800" b="0" dirty="0"/>
              <a:t>“</a:t>
            </a:r>
          </a:p>
        </p:txBody>
      </p:sp>
      <p:graphicFrame>
        <p:nvGraphicFramePr>
          <p:cNvPr id="11" name="Tabelle 10">
            <a:extLst>
              <a:ext uri="{FF2B5EF4-FFF2-40B4-BE49-F238E27FC236}">
                <a16:creationId xmlns:a16="http://schemas.microsoft.com/office/drawing/2014/main" id="{B72F9BD1-D26A-6C8B-2DE3-291DE8F8B9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5025148"/>
              </p:ext>
            </p:extLst>
          </p:nvPr>
        </p:nvGraphicFramePr>
        <p:xfrm>
          <a:off x="2535095" y="2147949"/>
          <a:ext cx="4792717" cy="3613613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2328644">
                  <a:extLst>
                    <a:ext uri="{9D8B030D-6E8A-4147-A177-3AD203B41FA5}">
                      <a16:colId xmlns:a16="http://schemas.microsoft.com/office/drawing/2014/main" val="3788447679"/>
                    </a:ext>
                  </a:extLst>
                </a:gridCol>
                <a:gridCol w="2464073">
                  <a:extLst>
                    <a:ext uri="{9D8B030D-6E8A-4147-A177-3AD203B41FA5}">
                      <a16:colId xmlns:a16="http://schemas.microsoft.com/office/drawing/2014/main" val="172349253"/>
                    </a:ext>
                  </a:extLst>
                </a:gridCol>
              </a:tblGrid>
              <a:tr h="3416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/>
                        <a:t>Kennzahl (Median)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de-DE" sz="1200"/>
                        <a:t>Wert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84249512"/>
                  </a:ext>
                </a:extLst>
              </a:tr>
              <a:tr h="3416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/>
                        <a:t>Flight-Trips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de-DE" sz="1200"/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88955752"/>
                  </a:ext>
                </a:extLst>
              </a:tr>
              <a:tr h="5978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/>
                        <a:t>Hotel-Trips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de-DE" sz="1200"/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9355379"/>
                  </a:ext>
                </a:extLst>
              </a:tr>
              <a:tr h="5089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/>
                        <a:t>Hotelkosten gesamt (est.)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de-DE" sz="1200"/>
                        <a:t>2.113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6749850"/>
                  </a:ext>
                </a:extLst>
              </a:tr>
              <a:tr h="3416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/>
                        <a:t>Hotelrate (</a:t>
                      </a:r>
                      <a:r>
                        <a:rPr lang="de-DE" sz="1200">
                          <a:latin typeface="Courier New" panose="02070309020205020404" pitchFamily="49" charset="0"/>
                        </a:rPr>
                        <a:t>median_hotel_rate</a:t>
                      </a:r>
                      <a:r>
                        <a:rPr lang="de-DE" sz="120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de-DE" sz="1200"/>
                        <a:t>154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6022070"/>
                  </a:ext>
                </a:extLst>
              </a:tr>
              <a:tr h="3416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/>
                        <a:t>Discount-Anteil Flüge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de-DE" sz="1200" dirty="0"/>
                        <a:t>0,00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85740015"/>
                  </a:ext>
                </a:extLst>
              </a:tr>
              <a:tr h="3416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/>
                        <a:t>Seats / Bags (Summe)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de-DE" sz="1200"/>
                        <a:t>4 / 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91680525"/>
                  </a:ext>
                </a:extLst>
              </a:tr>
              <a:tr h="3416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/>
                        <a:t>Sessions: Dauer / Klicks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de-DE" sz="1200"/>
                        <a:t>129s / 17,5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0618795"/>
                  </a:ext>
                </a:extLst>
              </a:tr>
              <a:tr h="3416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/>
                        <a:t>Cancellation-Anteil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de-DE" sz="1200" dirty="0"/>
                        <a:t>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8156355"/>
                  </a:ext>
                </a:extLst>
              </a:tr>
            </a:tbl>
          </a:graphicData>
        </a:graphic>
      </p:graphicFrame>
      <p:sp>
        <p:nvSpPr>
          <p:cNvPr id="12" name="Textplatzhalter 3">
            <a:extLst>
              <a:ext uri="{FF2B5EF4-FFF2-40B4-BE49-F238E27FC236}">
                <a16:creationId xmlns:a16="http://schemas.microsoft.com/office/drawing/2014/main" id="{D2157D18-ADB5-F5EC-EB28-4954A900F7F4}"/>
              </a:ext>
            </a:extLst>
          </p:cNvPr>
          <p:cNvSpPr txBox="1">
            <a:spLocks/>
          </p:cNvSpPr>
          <p:nvPr/>
        </p:nvSpPr>
        <p:spPr>
          <a:xfrm>
            <a:off x="2319146" y="5981820"/>
            <a:ext cx="6401563" cy="664074"/>
          </a:xfrm>
          <a:prstGeom prst="rect">
            <a:avLst/>
          </a:prstGeom>
        </p:spPr>
        <p:txBody>
          <a:bodyPr rtlCol="0"/>
          <a:lstStyle>
            <a:defPPr>
              <a:defRPr lang="de-DE"/>
            </a:defPPr>
            <a:lvl1pPr marL="347472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lang="de-DE" sz="2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lang="de-DE"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lang="de-DE"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lang="de-DE"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lang="de-DE"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sz="2000" cap="all" dirty="0" err="1">
                <a:latin typeface="+mj-lt"/>
                <a:ea typeface="+mj-ea"/>
                <a:cs typeface="+mj-cs"/>
              </a:rPr>
              <a:t>Perk</a:t>
            </a:r>
            <a:r>
              <a:rPr lang="de-DE" sz="1800" cap="all" dirty="0">
                <a:latin typeface="+mj-lt"/>
                <a:ea typeface="+mj-ea"/>
                <a:cs typeface="+mj-cs"/>
              </a:rPr>
              <a:t>: „</a:t>
            </a:r>
            <a:r>
              <a:rPr lang="de-DE" sz="1800" cap="all" dirty="0" err="1">
                <a:latin typeface="+mj-lt"/>
                <a:ea typeface="+mj-ea"/>
                <a:cs typeface="+mj-cs"/>
              </a:rPr>
              <a:t>one</a:t>
            </a:r>
            <a:r>
              <a:rPr lang="de-DE" sz="1800" cap="all" dirty="0">
                <a:latin typeface="+mj-lt"/>
                <a:ea typeface="+mj-ea"/>
                <a:cs typeface="+mj-cs"/>
              </a:rPr>
              <a:t> </a:t>
            </a:r>
            <a:r>
              <a:rPr lang="de-DE" sz="1800" cap="all" dirty="0" err="1">
                <a:latin typeface="+mj-lt"/>
                <a:ea typeface="+mj-ea"/>
                <a:cs typeface="+mj-cs"/>
              </a:rPr>
              <a:t>night</a:t>
            </a:r>
            <a:r>
              <a:rPr lang="de-DE" sz="1800" cap="all" dirty="0">
                <a:latin typeface="+mj-lt"/>
                <a:ea typeface="+mj-ea"/>
                <a:cs typeface="+mj-cs"/>
              </a:rPr>
              <a:t> </a:t>
            </a:r>
            <a:r>
              <a:rPr lang="de-DE" sz="1800" cap="all" dirty="0" err="1">
                <a:latin typeface="+mj-lt"/>
                <a:ea typeface="+mj-ea"/>
                <a:cs typeface="+mj-cs"/>
              </a:rPr>
              <a:t>free</a:t>
            </a:r>
            <a:r>
              <a:rPr lang="de-DE" sz="1800" cap="all" dirty="0">
                <a:latin typeface="+mj-lt"/>
                <a:ea typeface="+mj-ea"/>
                <a:cs typeface="+mj-cs"/>
              </a:rPr>
              <a:t> </a:t>
            </a:r>
            <a:r>
              <a:rPr lang="de-DE" sz="1800" cap="all" dirty="0" err="1">
                <a:latin typeface="+mj-lt"/>
                <a:ea typeface="+mj-ea"/>
                <a:cs typeface="+mj-cs"/>
              </a:rPr>
              <a:t>with</a:t>
            </a:r>
            <a:r>
              <a:rPr lang="de-DE" sz="1800" cap="all" dirty="0">
                <a:latin typeface="+mj-lt"/>
                <a:ea typeface="+mj-ea"/>
                <a:cs typeface="+mj-cs"/>
              </a:rPr>
              <a:t> </a:t>
            </a:r>
            <a:r>
              <a:rPr lang="de-DE" sz="1800" cap="all" dirty="0" err="1">
                <a:latin typeface="+mj-lt"/>
                <a:ea typeface="+mj-ea"/>
                <a:cs typeface="+mj-cs"/>
              </a:rPr>
              <a:t>flight</a:t>
            </a:r>
            <a:r>
              <a:rPr lang="de-DE" sz="1800" cap="all" dirty="0">
                <a:latin typeface="+mj-lt"/>
                <a:ea typeface="+mj-ea"/>
                <a:cs typeface="+mj-cs"/>
              </a:rPr>
              <a:t>“</a:t>
            </a:r>
          </a:p>
        </p:txBody>
      </p:sp>
    </p:spTree>
    <p:extLst>
      <p:ext uri="{BB962C8B-B14F-4D97-AF65-F5344CB8AC3E}">
        <p14:creationId xmlns:p14="http://schemas.microsoft.com/office/powerpoint/2010/main" val="40721017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780B45-49F7-C22B-3E89-7E011F07C2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6B53898-98CF-CD39-8245-166258CFD9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22931" y="810227"/>
            <a:ext cx="5746140" cy="3831221"/>
          </a:xfrm>
        </p:spPr>
        <p:txBody>
          <a:bodyPr rtlCol="0" anchor="ctr"/>
          <a:lstStyle>
            <a:defPPr>
              <a:defRPr lang="de-DE"/>
            </a:defPPr>
          </a:lstStyle>
          <a:p>
            <a:pPr rtl="0"/>
            <a:r>
              <a:rPr lang="de-DE" dirty="0" err="1"/>
              <a:t>TravelTide</a:t>
            </a:r>
            <a:br>
              <a:rPr lang="de-DE" dirty="0"/>
            </a:br>
            <a:br>
              <a:rPr lang="de-DE" dirty="0"/>
            </a:br>
            <a:r>
              <a:rPr lang="de-DE" dirty="0"/>
              <a:t>Customer Segmentation</a:t>
            </a:r>
          </a:p>
        </p:txBody>
      </p:sp>
    </p:spTree>
    <p:extLst>
      <p:ext uri="{BB962C8B-B14F-4D97-AF65-F5344CB8AC3E}">
        <p14:creationId xmlns:p14="http://schemas.microsoft.com/office/powerpoint/2010/main" val="1707198627"/>
      </p:ext>
    </p:extLst>
  </p:cSld>
  <p:clrMapOvr>
    <a:masterClrMapping/>
  </p:clrMapOvr>
</p:sld>
</file>

<file path=ppt/theme/theme1.xml><?xml version="1.0" encoding="utf-8"?>
<a:theme xmlns:a="http://schemas.openxmlformats.org/drawingml/2006/main" name="Benutzerdefiniert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2893086_TF78438558_Win32" id="{E5260DE1-892A-45A6-87FB-B6B6CDB6D88C}" vid="{7982CA12-75BD-4F5A-9434-39D83265C9EF}"/>
    </a:ext>
  </a:extLst>
</a:theme>
</file>

<file path=ppt/theme/theme2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{48BBAB09-8562-4CA2-B1F6-E9641C926A9D}TF8a9b5915-b8c7-461e-8cdd-693d48b5e323e3ef5a05_win32-b71d074d944b</Template>
  <TotalTime>0</TotalTime>
  <Words>909</Words>
  <Application>Microsoft Office PowerPoint</Application>
  <PresentationFormat>Breitbild</PresentationFormat>
  <Paragraphs>159</Paragraphs>
  <Slides>10</Slides>
  <Notes>10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10</vt:i4>
      </vt:variant>
    </vt:vector>
  </HeadingPairs>
  <TitlesOfParts>
    <vt:vector size="16" baseType="lpstr">
      <vt:lpstr>Arial</vt:lpstr>
      <vt:lpstr>Arial Black</vt:lpstr>
      <vt:lpstr>Calibri</vt:lpstr>
      <vt:lpstr>Courier New</vt:lpstr>
      <vt:lpstr>Sabon Next LT</vt:lpstr>
      <vt:lpstr>Benutzerdefiniert</vt:lpstr>
      <vt:lpstr>TravelTide  Customer Segmentation</vt:lpstr>
      <vt:lpstr>zielsetzung</vt:lpstr>
      <vt:lpstr>Prozessdefinition</vt:lpstr>
      <vt:lpstr>Clusterbildung</vt:lpstr>
      <vt:lpstr>Perk Scoring</vt:lpstr>
      <vt:lpstr>PowerPoint-Präsentation</vt:lpstr>
      <vt:lpstr>PowerPoint-Präsentation</vt:lpstr>
      <vt:lpstr>PowerPoint-Präsentation</vt:lpstr>
      <vt:lpstr>PowerPoint-Präsentation</vt:lpstr>
      <vt:lpstr>TravelTide  Customer Segmentation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Leon May</dc:creator>
  <cp:lastModifiedBy>Leon May</cp:lastModifiedBy>
  <cp:revision>1</cp:revision>
  <dcterms:created xsi:type="dcterms:W3CDTF">2026-03-04T12:13:32Z</dcterms:created>
  <dcterms:modified xsi:type="dcterms:W3CDTF">2026-03-04T13:13:39Z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